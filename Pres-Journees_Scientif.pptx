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_rels/slideMaster2.xml.rels" ContentType="application/vnd.openxmlformats-package.relationships+xml"/>
  <Override PartName="/ppt/slideMasters/_rels/slideMaster1.xml.rels" ContentType="application/vnd.openxmlformats-package.relationship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notesSlides/_rels/notesSlide15.xml.rels" ContentType="application/vnd.openxmlformats-package.relationships+xml"/>
  <Override PartName="/ppt/notesSlides/_rels/notesSlide6.xml.rels" ContentType="application/vnd.openxmlformats-package.relationships+xml"/>
  <Override PartName="/ppt/notesSlides/_rels/notesSlide11.xml.rels" ContentType="application/vnd.openxmlformats-package.relationships+xml"/>
  <Override PartName="/ppt/notesSlides/_rels/notesSlide2.xml.rels" ContentType="application/vnd.openxmlformats-package.relationships+xml"/>
  <Override PartName="/ppt/notesSlides/_rels/notesSlide12.xml.rels" ContentType="application/vnd.openxmlformats-package.relationships+xml"/>
  <Override PartName="/ppt/notesSlides/_rels/notesSlide5.xml.rels" ContentType="application/vnd.openxmlformats-package.relationships+xml"/>
  <Override PartName="/ppt/notesSlides/_rels/notesSlide9.xml.rels" ContentType="application/vnd.openxmlformats-package.relationships+xml"/>
  <Override PartName="/ppt/notesSlides/_rels/notesSlide13.xml.rels" ContentType="application/vnd.openxmlformats-package.relationships+xml"/>
  <Override PartName="/ppt/notesSlides/_rels/notesSlide18.xml.rels" ContentType="application/vnd.openxmlformats-package.relationships+xml"/>
  <Override PartName="/ppt/notesSlides/_rels/notesSlide8.xml.rels" ContentType="application/vnd.openxmlformats-package.relationships+xml"/>
  <Override PartName="/ppt/notesSlides/_rels/notesSlide17.xml.rels" ContentType="application/vnd.openxmlformats-package.relationships+xml"/>
  <Override PartName="/ppt/notesSlides/_rels/notesSlide4.xml.rels" ContentType="application/vnd.openxmlformats-package.relationships+xml"/>
  <Override PartName="/ppt/notesSlides/_rels/notesSlide19.xml.rels" ContentType="application/vnd.openxmlformats-package.relationships+xml"/>
  <Override PartName="/ppt/notesSlides/_rels/notesSlide20.xml.rels" ContentType="application/vnd.openxmlformats-package.relationships+xml"/>
  <Override PartName="/ppt/notesSlides/_rels/notesSlide3.xml.rels" ContentType="application/vnd.openxmlformats-package.relationships+xml"/>
  <Override PartName="/ppt/notesSlides/_rels/notesSlide14.xml.rels" ContentType="application/vnd.openxmlformats-package.relationships+xml"/>
  <Override PartName="/ppt/notesSlides/_rels/notesSlide10.xml.rels" ContentType="application/vnd.openxmlformats-package.relationships+xml"/>
  <Override PartName="/ppt/notesSlides/_rels/notesSlide1.xml.rels" ContentType="application/vnd.openxmlformats-package.relationships+xml"/>
  <Override PartName="/ppt/notesSlides/_rels/notesSlide16.xml.rels" ContentType="application/vnd.openxmlformats-package.relationships+xml"/>
  <Override PartName="/ppt/notesSlides/_rels/notesSlide7.xml.rels" ContentType="application/vnd.openxmlformats-package.relationships+xml"/>
  <Override PartName="/ppt/notesSlides/notesSlide9.xml" ContentType="application/vnd.openxmlformats-officedocument.presentationml.notesSlide+xml"/>
  <Override PartName="/ppt/notesSlides/notesSlide18.xml" ContentType="application/vnd.openxmlformats-officedocument.presentationml.notesSlide+xml"/>
  <Override PartName="/ppt/notesSlides/notesSlide20.xml" ContentType="application/vnd.openxmlformats-officedocument.presentationml.notesSlide+xml"/>
  <Override PartName="/ppt/notesSlides/notesSlide8.xml" ContentType="application/vnd.openxmlformats-officedocument.presentationml.notesSlide+xml"/>
  <Override PartName="/ppt/notesSlides/notesSlide17.xml" ContentType="application/vnd.openxmlformats-officedocument.presentationml.notesSlide+xml"/>
  <Override PartName="/ppt/notesSlides/notesSlide13.xml" ContentType="application/vnd.openxmlformats-officedocument.presentationml.notesSlide+xml"/>
  <Override PartName="/ppt/notesSlides/notesSlide4.xml" ContentType="application/vnd.openxmlformats-officedocument.presentationml.notesSlide+xml"/>
  <Override PartName="/ppt/notesSlides/notesSlide19.xml" ContentType="application/vnd.openxmlformats-officedocument.presentationml.notesSlid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4.xml" ContentType="application/vnd.openxmlformats-officedocument.presentationml.notesSlide+xml"/>
  <Override PartName="/ppt/notesSlides/notesSlide5.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15.xml" ContentType="application/vnd.openxmlformats-officedocument.presentationml.notesSlide+xml"/>
  <Override PartName="/ppt/notesSlides/notesSlide6.xml" ContentType="application/vnd.openxmlformats-officedocument.presentationml.notesSlide+xml"/>
  <Override PartName="/ppt/notesSlides/notesSlide12.xml" ContentType="application/vnd.openxmlformats-officedocument.presentationml.notesSlide+xml"/>
  <Override PartName="/ppt/notesSlides/notesSlide3.xml" ContentType="application/vnd.openxmlformats-officedocument.presentationml.notesSlide+xml"/>
  <Override PartName="/ppt/notesSlides/notesSlide16.xml" ContentType="application/vnd.openxmlformats-officedocument.presentationml.notesSlide+xml"/>
  <Override PartName="/ppt/notesSlides/notesSlide7.xml" ContentType="application/vnd.openxmlformats-officedocument.presentationml.notesSlide+xml"/>
  <Override PartName="/ppt/_rels/presentation.xml.rels" ContentType="application/vnd.openxmlformats-package.relationships+xml"/>
  <Override PartName="/ppt/slideLayouts/slideLayout13.xml" ContentType="application/vnd.openxmlformats-officedocument.presentationml.slideLayout+xml"/>
  <Override PartName="/ppt/slideLayouts/slideLayout12.xml" ContentType="application/vnd.openxmlformats-officedocument.presentationml.slideLayout+xml"/>
  <Override PartName="/ppt/slideLayouts/slideLayout11.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8.xml" ContentType="application/vnd.openxmlformats-officedocument.presentationml.slideLayout+xml"/>
  <Override PartName="/ppt/slideLayouts/slideLayout7.xml" ContentType="application/vnd.openxmlformats-officedocument.presentationml.slideLayout+xml"/>
  <Override PartName="/ppt/slideLayouts/_rels/slideLayout22.xml.rels" ContentType="application/vnd.openxmlformats-package.relationships+xml"/>
  <Override PartName="/ppt/slideLayouts/_rels/slideLayout7.xml.rels" ContentType="application/vnd.openxmlformats-package.relationships+xml"/>
  <Override PartName="/ppt/slideLayouts/_rels/slideLayout4.xml.rels" ContentType="application/vnd.openxmlformats-package.relationships+xml"/>
  <Override PartName="/ppt/slideLayouts/_rels/slideLayout17.xml.rels" ContentType="application/vnd.openxmlformats-package.relationships+xml"/>
  <Override PartName="/ppt/slideLayouts/_rels/slideLayout19.xml.rels" ContentType="application/vnd.openxmlformats-package.relationships+xml"/>
  <Override PartName="/ppt/slideLayouts/_rels/slideLayout21.xml.rels" ContentType="application/vnd.openxmlformats-package.relationships+xml"/>
  <Override PartName="/ppt/slideLayouts/_rels/slideLayout6.xml.rels" ContentType="application/vnd.openxmlformats-package.relationships+xml"/>
  <Override PartName="/ppt/slideLayouts/_rels/slideLayout3.xml.rels" ContentType="application/vnd.openxmlformats-package.relationships+xml"/>
  <Override PartName="/ppt/slideLayouts/_rels/slideLayout16.xml.rels" ContentType="application/vnd.openxmlformats-package.relationships+xml"/>
  <Override PartName="/ppt/slideLayouts/_rels/slideLayout18.xml.rels" ContentType="application/vnd.openxmlformats-package.relationships+xml"/>
  <Override PartName="/ppt/slideLayouts/_rels/slideLayout5.xml.rels" ContentType="application/vnd.openxmlformats-package.relationships+xml"/>
  <Override PartName="/ppt/slideLayouts/_rels/slideLayout13.xml.rels" ContentType="application/vnd.openxmlformats-package.relationships+xml"/>
  <Override PartName="/ppt/slideLayouts/_rels/slideLayout12.xml.rels" ContentType="application/vnd.openxmlformats-package.relationships+xml"/>
  <Override PartName="/ppt/slideLayouts/_rels/slideLayout11.xml.rels" ContentType="application/vnd.openxmlformats-package.relationships+xml"/>
  <Override PartName="/ppt/slideLayouts/_rels/slideLayout1.xml.rels" ContentType="application/vnd.openxmlformats-package.relationships+xml"/>
  <Override PartName="/ppt/slideLayouts/_rels/slideLayout14.xml.rels" ContentType="application/vnd.openxmlformats-package.relationships+xml"/>
  <Override PartName="/ppt/slideLayouts/_rels/slideLayout10.xml.rels" ContentType="application/vnd.openxmlformats-package.relationships+xml"/>
  <Override PartName="/ppt/slideLayouts/_rels/slideLayout24.xml.rels" ContentType="application/vnd.openxmlformats-package.relationships+xml"/>
  <Override PartName="/ppt/slideLayouts/_rels/slideLayout9.xml.rels" ContentType="application/vnd.openxmlformats-package.relationships+xml"/>
  <Override PartName="/ppt/slideLayouts/_rels/slideLayout23.xml.rels" ContentType="application/vnd.openxmlformats-package.relationships+xml"/>
  <Override PartName="/ppt/slideLayouts/_rels/slideLayout8.xml.rels" ContentType="application/vnd.openxmlformats-package.relationships+xml"/>
  <Override PartName="/ppt/slideLayouts/_rels/slideLayout15.xml.rels" ContentType="application/vnd.openxmlformats-package.relationships+xml"/>
  <Override PartName="/ppt/slideLayouts/_rels/slideLayout2.xml.rels" ContentType="application/vnd.openxmlformats-package.relationships+xml"/>
  <Override PartName="/ppt/slideLayouts/_rels/slideLayout20.xml.rels" ContentType="application/vnd.openxmlformats-package.relationships+xml"/>
  <Override PartName="/ppt/slideLayouts/slideLayout6.xml" ContentType="application/vnd.openxmlformats-officedocument.presentationml.slideLayout+xml"/>
  <Override PartName="/ppt/slideLayouts/slideLayout24.xml" ContentType="application/vnd.openxmlformats-officedocument.presentationml.slideLayout+xml"/>
  <Override PartName="/ppt/slideLayouts/slideLayout5.xml" ContentType="application/vnd.openxmlformats-officedocument.presentationml.slideLayout+xml"/>
  <Override PartName="/ppt/slideLayouts/slideLayout23.xml" ContentType="application/vnd.openxmlformats-officedocument.presentationml.slideLayout+xml"/>
  <Override PartName="/ppt/slideLayouts/slideLayout16.xml" ContentType="application/vnd.openxmlformats-officedocument.presentationml.slideLayout+xml"/>
  <Override PartName="/ppt/slideLayouts/slideLayout15.xml" ContentType="application/vnd.openxmlformats-officedocument.presentationml.slideLayout+xml"/>
  <Override PartName="/ppt/slideLayouts/slideLayout14.xml" ContentType="application/vnd.openxmlformats-officedocument.presentationml.slideLayout+xml"/>
  <Override PartName="/ppt/slideLayouts/slideLayout1.xml" ContentType="application/vnd.openxmlformats-officedocument.presentationml.slideLayout+xml"/>
  <Override PartName="/ppt/slideLayouts/slideLayout17.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18.xml" ContentType="application/vnd.openxmlformats-officedocument.presentationml.slideLayout+xml"/>
  <Override PartName="/ppt/slideLayouts/slideLayout3.xml" ContentType="application/vnd.openxmlformats-officedocument.presentationml.slideLayout+xml"/>
  <Override PartName="/ppt/slideLayouts/slideLayout21.xml" ContentType="application/vnd.openxmlformats-officedocument.presentationml.slideLayout+xml"/>
  <Override PartName="/ppt/slideLayouts/slideLayout19.xml" ContentType="application/vnd.openxmlformats-officedocument.presentationml.slideLayout+xml"/>
  <Override PartName="/ppt/slideLayouts/slideLayout4.xml" ContentType="application/vnd.openxmlformats-officedocument.presentationml.slideLayout+xml"/>
  <Override PartName="/ppt/slideLayouts/slideLayout22.xml" ContentType="application/vnd.openxmlformats-officedocument.presentationml.slideLayout+xml"/>
  <Override PartName="/ppt/media/image1.png" ContentType="image/png"/>
  <Override PartName="/ppt/media/image2.png" ContentType="image/png"/>
  <Override PartName="/ppt/media/image3.png" ContentType="image/png"/>
  <Override PartName="/ppt/media/image4.png" ContentType="image/png"/>
  <Override PartName="/ppt/media/image5.png" ContentType="image/png"/>
  <Override PartName="/ppt/charts/chart3.xml" ContentType="application/vnd.openxmlformats-officedocument.drawingml.chart+xml"/>
  <Override PartName="/ppt/charts/chart4.xml" ContentType="application/vnd.openxmlformats-officedocument.drawingml.chart+xml"/>
  <Override PartName="/ppt/presProps.xml" ContentType="application/vnd.openxmlformats-officedocument.presentationml.presProps+xml"/>
  <Override PartName="/ppt/notesMasters/_rels/notesMaster1.xml.rels" ContentType="application/vnd.openxmlformats-package.relationships+xml"/>
  <Override PartName="/ppt/notesMasters/notesMaster1.xml" ContentType="application/vnd.openxmlformats-officedocument.presentationml.notesMaster+xml"/>
  <Override PartName="/ppt/slides/slide13.xml" ContentType="application/vnd.openxmlformats-officedocument.presentationml.slide+xml"/>
  <Override PartName="/ppt/slides/slide12.xml" ContentType="application/vnd.openxmlformats-officedocument.presentationml.slide+xml"/>
  <Override PartName="/ppt/slides/slide9.xml" ContentType="application/vnd.openxmlformats-officedocument.presentationml.slide+xml"/>
  <Override PartName="/ppt/slides/slide11.xml" ContentType="application/vnd.openxmlformats-officedocument.presentationml.slide+xml"/>
  <Override PartName="/ppt/slides/slide8.xml" ContentType="application/vnd.openxmlformats-officedocument.presentationml.slide+xml"/>
  <Override PartName="/ppt/slides/slide10.xml" ContentType="application/vnd.openxmlformats-officedocument.presentationml.slide+xml"/>
  <Override PartName="/ppt/slides/slide7.xml" ContentType="application/vnd.openxmlformats-officedocument.presentationml.slide+xml"/>
  <Override PartName="/ppt/slides/slide19.xml" ContentType="application/vnd.openxmlformats-officedocument.presentationml.slide+xml"/>
  <Override PartName="/ppt/slides/slide4.xml" ContentType="application/vnd.openxmlformats-officedocument.presentationml.slide+xml"/>
  <Override PartName="/ppt/slides/slide6.xml" ContentType="application/vnd.openxmlformats-officedocument.presentationml.slide+xml"/>
  <Override PartName="/ppt/slides/slide20.xml" ContentType="application/vnd.openxmlformats-officedocument.presentationml.slide+xml"/>
  <Override PartName="/ppt/slides/slide18.xml" ContentType="application/vnd.openxmlformats-officedocument.presentationml.slide+xml"/>
  <Override PartName="/ppt/slides/slide3.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_rels/slide5.xml.rels" ContentType="application/vnd.openxmlformats-package.relationships+xml"/>
  <Override PartName="/ppt/slides/_rels/slide2.xml.rels" ContentType="application/vnd.openxmlformats-package.relationships+xml"/>
  <Override PartName="/ppt/slides/_rels/slide20.xml.rels" ContentType="application/vnd.openxmlformats-package.relationships+xml"/>
  <Override PartName="/ppt/slides/_rels/slide4.xml.rels" ContentType="application/vnd.openxmlformats-package.relationships+xml"/>
  <Override PartName="/ppt/slides/_rels/slide1.xml.rels" ContentType="application/vnd.openxmlformats-package.relationships+xml"/>
  <Override PartName="/ppt/slides/_rels/slide14.xml.rels" ContentType="application/vnd.openxmlformats-package.relationships+xml"/>
  <Override PartName="/ppt/slides/_rels/slide15.xml.rels" ContentType="application/vnd.openxmlformats-package.relationships+xml"/>
  <Override PartName="/ppt/slides/_rels/slide13.xml.rels" ContentType="application/vnd.openxmlformats-package.relationships+xml"/>
  <Override PartName="/ppt/slides/_rels/slide16.xml.rels" ContentType="application/vnd.openxmlformats-package.relationships+xml"/>
  <Override PartName="/ppt/slides/_rels/slide12.xml.rels" ContentType="application/vnd.openxmlformats-package.relationships+xml"/>
  <Override PartName="/ppt/slides/_rels/slide9.xml.rels" ContentType="application/vnd.openxmlformats-package.relationships+xml"/>
  <Override PartName="/ppt/slides/_rels/slide10.xml.rels" ContentType="application/vnd.openxmlformats-package.relationships+xml"/>
  <Override PartName="/ppt/slides/_rels/slide11.xml.rels" ContentType="application/vnd.openxmlformats-package.relationships+xml"/>
  <Override PartName="/ppt/slides/_rels/slide8.xml.rels" ContentType="application/vnd.openxmlformats-package.relationships+xml"/>
  <Override PartName="/ppt/slides/_rels/slide7.xml.rels" ContentType="application/vnd.openxmlformats-package.relationships+xml"/>
  <Override PartName="/ppt/slides/_rels/slide19.xml.rels" ContentType="application/vnd.openxmlformats-package.relationships+xml"/>
  <Override PartName="/ppt/slides/_rels/slide3.xml.rels" ContentType="application/vnd.openxmlformats-package.relationships+xml"/>
  <Override PartName="/ppt/slides/_rels/slide6.xml.rels" ContentType="application/vnd.openxmlformats-package.relationships+xml"/>
  <Override PartName="/ppt/slides/_rels/slide18.xml.rels" ContentType="application/vnd.openxmlformats-package.relationships+xml"/>
  <Override PartName="/ppt/slides/_rels/slide17.xml.rels" ContentType="application/vnd.openxmlformats-package.relationships+xml"/>
  <Override PartName="/ppt/slides/slide16.xml" ContentType="application/vnd.openxmlformats-officedocument.presentationml.slide+xml"/>
  <Override PartName="/ppt/slides/slide1.xml" ContentType="application/vnd.openxmlformats-officedocument.presentationml.slide+xml"/>
  <Override PartName="/ppt/slides/slide15.xml" ContentType="application/vnd.openxmlformats-officedocument.presentationml.slide+xml"/>
  <Override PartName="/ppt/slides/slide14.xml" ContentType="application/vnd.openxmlformats-officedocument.presentationml.slide+xml"/>
  <Override PartName="/ppt/slides/slide5.xml" ContentType="application/vnd.openxmlformats-officedocument.presentationml.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61"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Lst>
  <p:sldSz cx="9144000" cy="5143500"/>
  <p:notesSz cx="5143500" cy="9144000"/>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2.xml"/><Relationship Id="rId4" Type="http://schemas.openxmlformats.org/officeDocument/2006/relationships/notesMaster" Target="notesMasters/notes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presProps" Target="presProps.xml"/>
</Relationships>
</file>

<file path=ppt/charts/chart3.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barChart>
        <c:barDir val="col"/>
        <c:grouping val="clustered"/>
        <c:varyColors val="0"/>
        <c:ser>
          <c:idx val="0"/>
          <c:order val="0"/>
          <c:tx>
            <c:strRef>
              <c:f>label 0</c:f>
              <c:strCache>
                <c:ptCount val="1"/>
                <c:pt idx="0">
                  <c:v>H (Homogeneous)</c:v>
                </c:pt>
              </c:strCache>
            </c:strRef>
          </c:tx>
          <c:spPr>
            <a:solidFill>
              <a:srgbClr val="2e75b6"/>
            </a:solidFill>
            <a:ln w="0">
              <a:noFill/>
            </a:ln>
          </c:spPr>
          <c:invertIfNegative val="0"/>
          <c:dLbls>
            <c:numFmt formatCode="#,##0" sourceLinked="0"/>
            <c:txPr>
              <a:bodyPr wrap="square"/>
              <a:lstStyle/>
              <a:p>
                <a:pPr>
                  <a:defRPr b="0" sz="800" spc="-1" strike="noStrike">
                    <a:solidFill>
                      <a:srgbClr val="333333"/>
                    </a:solidFill>
                    <a:latin typeface="Arial"/>
                    <a:ea typeface="DejaVu Sans"/>
                  </a:defRPr>
                </a:pPr>
              </a:p>
            </c:txPr>
            <c:dLblPos val="outEnd"/>
            <c:showLegendKey val="0"/>
            <c:showVal val="1"/>
            <c:showCatName val="0"/>
            <c:showSerName val="0"/>
            <c:showPercent val="0"/>
            <c:separator>; </c:separator>
            <c:showLeaderLines val="0"/>
            <c:extLst>
              <c:ext xmlns:c15="http://schemas.microsoft.com/office/drawing/2012/chart" uri="{CE6537A1-D6FC-4f65-9D91-7224C49458BB}">
                <c15:showLeaderLines val="0"/>
              </c:ext>
            </c:extLst>
          </c:dLbls>
          <c:cat>
            <c:strRef>
              <c:f>categories</c:f>
              <c:strCache>
                <c:ptCount val="4"/>
                <c:pt idx="0">
                  <c:v>Bipolarization</c:v>
                </c:pt>
                <c:pt idx="1">
                  <c:v>Clustering</c:v>
                </c:pt>
                <c:pt idx="2">
                  <c:v>Consensus</c:v>
                </c:pt>
                <c:pt idx="3">
                  <c:v>No-Change</c:v>
                </c:pt>
              </c:strCache>
            </c:strRef>
          </c:cat>
          <c:val>
            <c:numRef>
              <c:f>0</c:f>
              <c:numCache>
                <c:formatCode>General</c:formatCode>
                <c:ptCount val="4"/>
                <c:pt idx="0">
                  <c:v>0.0791</c:v>
                </c:pt>
                <c:pt idx="1">
                  <c:v>0.0856</c:v>
                </c:pt>
                <c:pt idx="2">
                  <c:v>0.0769</c:v>
                </c:pt>
                <c:pt idx="3">
                  <c:v>0.0466</c:v>
                </c:pt>
              </c:numCache>
            </c:numRef>
          </c:val>
        </c:ser>
        <c:ser>
          <c:idx val="1"/>
          <c:order val="1"/>
          <c:tx>
            <c:strRef>
              <c:f>label 1</c:f>
              <c:strCache>
                <c:ptCount val="1"/>
                <c:pt idx="0">
                  <c:v>M (Mixed/Hetero)</c:v>
                </c:pt>
              </c:strCache>
            </c:strRef>
          </c:tx>
          <c:spPr>
            <a:solidFill>
              <a:srgbClr val="e87722"/>
            </a:solidFill>
            <a:ln w="0">
              <a:noFill/>
            </a:ln>
          </c:spPr>
          <c:invertIfNegative val="0"/>
          <c:dLbls>
            <c:numFmt formatCode="#,##0" sourceLinked="0"/>
            <c:txPr>
              <a:bodyPr wrap="square"/>
              <a:lstStyle/>
              <a:p>
                <a:pPr>
                  <a:defRPr b="0" sz="800" spc="-1" strike="noStrike">
                    <a:solidFill>
                      <a:srgbClr val="333333"/>
                    </a:solidFill>
                    <a:latin typeface="Arial"/>
                    <a:ea typeface="DejaVu Sans"/>
                  </a:defRPr>
                </a:pPr>
              </a:p>
            </c:txPr>
            <c:dLblPos val="outEnd"/>
            <c:showLegendKey val="0"/>
            <c:showVal val="1"/>
            <c:showCatName val="0"/>
            <c:showSerName val="0"/>
            <c:showPercent val="0"/>
            <c:separator>; </c:separator>
            <c:showLeaderLines val="0"/>
            <c:extLst>
              <c:ext xmlns:c15="http://schemas.microsoft.com/office/drawing/2012/chart" uri="{CE6537A1-D6FC-4f65-9D91-7224C49458BB}">
                <c15:showLeaderLines val="0"/>
              </c:ext>
            </c:extLst>
          </c:dLbls>
          <c:cat>
            <c:strRef>
              <c:f>categories</c:f>
              <c:strCache>
                <c:ptCount val="4"/>
                <c:pt idx="0">
                  <c:v>Bipolarization</c:v>
                </c:pt>
                <c:pt idx="1">
                  <c:v>Clustering</c:v>
                </c:pt>
                <c:pt idx="2">
                  <c:v>Consensus</c:v>
                </c:pt>
                <c:pt idx="3">
                  <c:v>No-Change</c:v>
                </c:pt>
              </c:strCache>
            </c:strRef>
          </c:cat>
          <c:val>
            <c:numRef>
              <c:f>1</c:f>
              <c:numCache>
                <c:formatCode>General</c:formatCode>
                <c:ptCount val="4"/>
                <c:pt idx="0">
                  <c:v>0.1706</c:v>
                </c:pt>
                <c:pt idx="1">
                  <c:v>0.1109</c:v>
                </c:pt>
                <c:pt idx="2">
                  <c:v>0.1461</c:v>
                </c:pt>
                <c:pt idx="3">
                  <c:v>0.0366</c:v>
                </c:pt>
              </c:numCache>
            </c:numRef>
          </c:val>
        </c:ser>
        <c:gapWidth val="150"/>
        <c:overlap val="0"/>
        <c:axId val="39655044"/>
        <c:axId val="8167876"/>
      </c:barChart>
      <c:catAx>
        <c:axId val="39655044"/>
        <c:scaling>
          <c:orientation val="minMax"/>
        </c:scaling>
        <c:delete val="0"/>
        <c:axPos val="b"/>
        <c:numFmt formatCode="General" sourceLinked="0"/>
        <c:majorTickMark val="out"/>
        <c:minorTickMark val="none"/>
        <c:tickLblPos val="low"/>
        <c:spPr>
          <a:ln w="12600">
            <a:solidFill>
              <a:srgbClr val="888888"/>
            </a:solidFill>
            <a:round/>
          </a:ln>
        </c:spPr>
        <c:txPr>
          <a:bodyPr/>
          <a:lstStyle/>
          <a:p>
            <a:pPr>
              <a:defRPr b="0" sz="1200" spc="-1" strike="noStrike">
                <a:solidFill>
                  <a:srgbClr val="666666"/>
                </a:solidFill>
                <a:latin typeface="Arial"/>
                <a:ea typeface="DejaVu Sans"/>
              </a:defRPr>
            </a:pPr>
          </a:p>
        </c:txPr>
        <c:crossAx val="8167876"/>
        <c:crosses val="autoZero"/>
        <c:auto val="1"/>
        <c:lblAlgn val="ctr"/>
        <c:lblOffset val="100"/>
        <c:noMultiLvlLbl val="0"/>
      </c:catAx>
      <c:valAx>
        <c:axId val="8167876"/>
        <c:scaling>
          <c:orientation val="minMax"/>
          <c:max val="0.22"/>
          <c:min val="0"/>
        </c:scaling>
        <c:delete val="0"/>
        <c:axPos val="l"/>
        <c:majorGridlines>
          <c:spPr>
            <a:ln w="6480">
              <a:solidFill>
                <a:srgbClr val="eeeeee"/>
              </a:solidFill>
              <a:round/>
            </a:ln>
          </c:spPr>
        </c:majorGridlines>
        <c:numFmt formatCode="General" sourceLinked="0"/>
        <c:majorTickMark val="out"/>
        <c:minorTickMark val="none"/>
        <c:tickLblPos val="nextTo"/>
        <c:spPr>
          <a:ln w="12600">
            <a:solidFill>
              <a:srgbClr val="888888"/>
            </a:solidFill>
            <a:round/>
          </a:ln>
        </c:spPr>
        <c:txPr>
          <a:bodyPr/>
          <a:lstStyle/>
          <a:p>
            <a:pPr>
              <a:defRPr b="0" sz="1200" spc="-1" strike="noStrike">
                <a:solidFill>
                  <a:srgbClr val="666666"/>
                </a:solidFill>
                <a:latin typeface="Arial"/>
                <a:ea typeface="DejaVu Sans"/>
              </a:defRPr>
            </a:pPr>
          </a:p>
        </c:txPr>
        <c:crossAx val="39655044"/>
        <c:crosses val="autoZero"/>
        <c:crossBetween val="between"/>
      </c:valAx>
      <c:spPr>
        <a:noFill/>
        <a:ln w="0">
          <a:noFill/>
        </a:ln>
      </c:spPr>
    </c:plotArea>
    <c:legend>
      <c:legendPos val="b"/>
      <c:overlay val="0"/>
      <c:spPr>
        <a:noFill/>
        <a:ln w="0">
          <a:noFill/>
        </a:ln>
      </c:spPr>
      <c:txPr>
        <a:bodyPr/>
        <a:lstStyle/>
        <a:p>
          <a:pPr>
            <a:defRPr b="0" sz="900" spc="-1" strike="noStrike">
              <a:solidFill>
                <a:srgbClr val="000000"/>
              </a:solidFill>
              <a:latin typeface="Calibri"/>
              <a:ea typeface="DejaVu Sans"/>
            </a:defRPr>
          </a:pPr>
        </a:p>
      </c:txPr>
    </c:legend>
    <c:plotVisOnly val="1"/>
    <c:dispBlanksAs val="span"/>
  </c:chart>
  <c:spPr>
    <a:solidFill>
      <a:srgbClr val="ffffff"/>
    </a:solidFill>
    <a:ln w="9360">
      <a:noFill/>
    </a:ln>
  </c:spPr>
</c:chartSpace>
</file>

<file path=ppt/charts/chart4.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barChart>
        <c:barDir val="col"/>
        <c:grouping val="clustered"/>
        <c:varyColors val="0"/>
        <c:ser>
          <c:idx val="0"/>
          <c:order val="0"/>
          <c:tx>
            <c:strRef>
              <c:f>label 0</c:f>
              <c:strCache>
                <c:ptCount val="1"/>
                <c:pt idx="0">
                  <c:v>Anti (0–0.33)</c:v>
                </c:pt>
              </c:strCache>
            </c:strRef>
          </c:tx>
          <c:spPr>
            <a:solidFill>
              <a:srgbClr val="e87722"/>
            </a:solidFill>
            <a:ln w="0">
              <a:noFill/>
            </a:ln>
          </c:spPr>
          <c:invertIfNegative val="0"/>
          <c:dLbls>
            <c:numFmt formatCode="#,##0" sourceLinked="0"/>
            <c:txPr>
              <a:bodyPr wrap="square"/>
              <a:lstStyle/>
              <a:p>
                <a:pPr>
                  <a:defRPr b="0" sz="700" spc="-1" strike="noStrike">
                    <a:solidFill>
                      <a:srgbClr val="333333"/>
                    </a:solidFill>
                    <a:latin typeface="Arial"/>
                    <a:ea typeface="DejaVu Sans"/>
                  </a:defRPr>
                </a:pPr>
              </a:p>
            </c:txPr>
            <c:dLblPos val="outEnd"/>
            <c:showLegendKey val="0"/>
            <c:showVal val="1"/>
            <c:showCatName val="0"/>
            <c:showSerName val="0"/>
            <c:showPercent val="0"/>
            <c:separator>; </c:separator>
            <c:showLeaderLines val="0"/>
            <c:extLst>
              <c:ext xmlns:c15="http://schemas.microsoft.com/office/drawing/2012/chart" uri="{CE6537A1-D6FC-4f65-9D91-7224C49458BB}">
                <c15:showLeaderLines val="0"/>
              </c:ext>
            </c:extLst>
          </c:dLbls>
          <c:cat>
            <c:strRef>
              <c:f>categories</c:f>
              <c:strCache>
                <c:ptCount val="4"/>
                <c:pt idx="0">
                  <c:v>Bipolarization</c:v>
                </c:pt>
                <c:pt idx="1">
                  <c:v>Clustering</c:v>
                </c:pt>
                <c:pt idx="2">
                  <c:v>Consensus</c:v>
                </c:pt>
                <c:pt idx="3">
                  <c:v>No-Change</c:v>
                </c:pt>
              </c:strCache>
            </c:strRef>
          </c:cat>
          <c:val>
            <c:numRef>
              <c:f>0</c:f>
              <c:numCache>
                <c:formatCode>General</c:formatCode>
                <c:ptCount val="4"/>
                <c:pt idx="0">
                  <c:v>0.2124</c:v>
                </c:pt>
                <c:pt idx="1">
                  <c:v>0.114</c:v>
                </c:pt>
                <c:pt idx="2">
                  <c:v>0.1593</c:v>
                </c:pt>
                <c:pt idx="3">
                  <c:v>0.0671</c:v>
                </c:pt>
              </c:numCache>
            </c:numRef>
          </c:val>
        </c:ser>
        <c:ser>
          <c:idx val="1"/>
          <c:order val="1"/>
          <c:tx>
            <c:strRef>
              <c:f>label 1</c:f>
              <c:strCache>
                <c:ptCount val="1"/>
                <c:pt idx="0">
                  <c:v>Moderate (0.33–0.67)</c:v>
                </c:pt>
              </c:strCache>
            </c:strRef>
          </c:tx>
          <c:spPr>
            <a:solidFill>
              <a:srgbClr val="2e75b6"/>
            </a:solidFill>
            <a:ln w="0">
              <a:noFill/>
            </a:ln>
          </c:spPr>
          <c:invertIfNegative val="0"/>
          <c:dLbls>
            <c:numFmt formatCode="#,##0" sourceLinked="0"/>
            <c:txPr>
              <a:bodyPr wrap="square"/>
              <a:lstStyle/>
              <a:p>
                <a:pPr>
                  <a:defRPr b="0" sz="700" spc="-1" strike="noStrike">
                    <a:solidFill>
                      <a:srgbClr val="333333"/>
                    </a:solidFill>
                    <a:latin typeface="Arial"/>
                    <a:ea typeface="DejaVu Sans"/>
                  </a:defRPr>
                </a:pPr>
              </a:p>
            </c:txPr>
            <c:dLblPos val="outEnd"/>
            <c:showLegendKey val="0"/>
            <c:showVal val="1"/>
            <c:showCatName val="0"/>
            <c:showSerName val="0"/>
            <c:showPercent val="0"/>
            <c:separator>; </c:separator>
            <c:showLeaderLines val="0"/>
            <c:extLst>
              <c:ext xmlns:c15="http://schemas.microsoft.com/office/drawing/2012/chart" uri="{CE6537A1-D6FC-4f65-9D91-7224C49458BB}">
                <c15:showLeaderLines val="0"/>
              </c:ext>
            </c:extLst>
          </c:dLbls>
          <c:cat>
            <c:strRef>
              <c:f>categories</c:f>
              <c:strCache>
                <c:ptCount val="4"/>
                <c:pt idx="0">
                  <c:v>Bipolarization</c:v>
                </c:pt>
                <c:pt idx="1">
                  <c:v>Clustering</c:v>
                </c:pt>
                <c:pt idx="2">
                  <c:v>Consensus</c:v>
                </c:pt>
                <c:pt idx="3">
                  <c:v>No-Change</c:v>
                </c:pt>
              </c:strCache>
            </c:strRef>
          </c:cat>
          <c:val>
            <c:numRef>
              <c:f>1</c:f>
              <c:numCache>
                <c:formatCode>General</c:formatCode>
                <c:ptCount val="4"/>
                <c:pt idx="0">
                  <c:v>0.1338</c:v>
                </c:pt>
                <c:pt idx="1">
                  <c:v>0.0863</c:v>
                </c:pt>
                <c:pt idx="2">
                  <c:v>0.0918</c:v>
                </c:pt>
                <c:pt idx="3">
                  <c:v>0.041</c:v>
                </c:pt>
              </c:numCache>
            </c:numRef>
          </c:val>
        </c:ser>
        <c:ser>
          <c:idx val="2"/>
          <c:order val="2"/>
          <c:tx>
            <c:strRef>
              <c:f>label 2</c:f>
              <c:strCache>
                <c:ptCount val="1"/>
                <c:pt idx="0">
                  <c:v>Pro (0.67–1.0)</c:v>
                </c:pt>
              </c:strCache>
            </c:strRef>
          </c:tx>
          <c:spPr>
            <a:solidFill>
              <a:srgbClr val="a33b20"/>
            </a:solidFill>
            <a:ln w="0">
              <a:noFill/>
            </a:ln>
          </c:spPr>
          <c:invertIfNegative val="0"/>
          <c:dLbls>
            <c:numFmt formatCode="#,##0" sourceLinked="0"/>
            <c:txPr>
              <a:bodyPr wrap="square"/>
              <a:lstStyle/>
              <a:p>
                <a:pPr>
                  <a:defRPr b="0" sz="700" spc="-1" strike="noStrike">
                    <a:solidFill>
                      <a:srgbClr val="333333"/>
                    </a:solidFill>
                    <a:latin typeface="Arial"/>
                    <a:ea typeface="DejaVu Sans"/>
                  </a:defRPr>
                </a:pPr>
              </a:p>
            </c:txPr>
            <c:dLblPos val="outEnd"/>
            <c:showLegendKey val="0"/>
            <c:showVal val="1"/>
            <c:showCatName val="0"/>
            <c:showSerName val="0"/>
            <c:showPercent val="0"/>
            <c:separator>; </c:separator>
            <c:showLeaderLines val="0"/>
            <c:extLst>
              <c:ext xmlns:c15="http://schemas.microsoft.com/office/drawing/2012/chart" uri="{CE6537A1-D6FC-4f65-9D91-7224C49458BB}">
                <c15:showLeaderLines val="0"/>
              </c:ext>
            </c:extLst>
          </c:dLbls>
          <c:cat>
            <c:strRef>
              <c:f>categories</c:f>
              <c:strCache>
                <c:ptCount val="4"/>
                <c:pt idx="0">
                  <c:v>Bipolarization</c:v>
                </c:pt>
                <c:pt idx="1">
                  <c:v>Clustering</c:v>
                </c:pt>
                <c:pt idx="2">
                  <c:v>Consensus</c:v>
                </c:pt>
                <c:pt idx="3">
                  <c:v>No-Change</c:v>
                </c:pt>
              </c:strCache>
            </c:strRef>
          </c:cat>
          <c:val>
            <c:numRef>
              <c:f>2</c:f>
              <c:numCache>
                <c:formatCode>General</c:formatCode>
                <c:ptCount val="4"/>
                <c:pt idx="0">
                  <c:v>0.1738</c:v>
                </c:pt>
                <c:pt idx="1">
                  <c:v>0.1554</c:v>
                </c:pt>
                <c:pt idx="2">
                  <c:v>0.2177</c:v>
                </c:pt>
                <c:pt idx="3">
                  <c:v>0.03</c:v>
                </c:pt>
              </c:numCache>
            </c:numRef>
          </c:val>
        </c:ser>
        <c:gapWidth val="150"/>
        <c:overlap val="0"/>
        <c:axId val="8136035"/>
        <c:axId val="89164807"/>
      </c:barChart>
      <c:catAx>
        <c:axId val="8136035"/>
        <c:scaling>
          <c:orientation val="minMax"/>
        </c:scaling>
        <c:delete val="0"/>
        <c:axPos val="b"/>
        <c:numFmt formatCode="General" sourceLinked="0"/>
        <c:majorTickMark val="out"/>
        <c:minorTickMark val="none"/>
        <c:tickLblPos val="low"/>
        <c:spPr>
          <a:ln w="12600">
            <a:solidFill>
              <a:srgbClr val="888888"/>
            </a:solidFill>
            <a:round/>
          </a:ln>
        </c:spPr>
        <c:txPr>
          <a:bodyPr/>
          <a:lstStyle/>
          <a:p>
            <a:pPr>
              <a:defRPr b="0" sz="1200" spc="-1" strike="noStrike">
                <a:solidFill>
                  <a:srgbClr val="666666"/>
                </a:solidFill>
                <a:latin typeface="Arial"/>
                <a:ea typeface="DejaVu Sans"/>
              </a:defRPr>
            </a:pPr>
          </a:p>
        </c:txPr>
        <c:crossAx val="89164807"/>
        <c:crosses val="autoZero"/>
        <c:auto val="1"/>
        <c:lblAlgn val="ctr"/>
        <c:lblOffset val="100"/>
        <c:noMultiLvlLbl val="0"/>
      </c:catAx>
      <c:valAx>
        <c:axId val="89164807"/>
        <c:scaling>
          <c:orientation val="minMax"/>
          <c:max val="0.28"/>
          <c:min val="0"/>
        </c:scaling>
        <c:delete val="0"/>
        <c:axPos val="l"/>
        <c:majorGridlines>
          <c:spPr>
            <a:ln w="6480">
              <a:solidFill>
                <a:srgbClr val="eeeeee"/>
              </a:solidFill>
              <a:round/>
            </a:ln>
          </c:spPr>
        </c:majorGridlines>
        <c:numFmt formatCode="General" sourceLinked="0"/>
        <c:majorTickMark val="out"/>
        <c:minorTickMark val="none"/>
        <c:tickLblPos val="nextTo"/>
        <c:spPr>
          <a:ln w="12600">
            <a:solidFill>
              <a:srgbClr val="888888"/>
            </a:solidFill>
            <a:round/>
          </a:ln>
        </c:spPr>
        <c:txPr>
          <a:bodyPr/>
          <a:lstStyle/>
          <a:p>
            <a:pPr>
              <a:defRPr b="0" sz="1200" spc="-1" strike="noStrike">
                <a:solidFill>
                  <a:srgbClr val="666666"/>
                </a:solidFill>
                <a:latin typeface="Arial"/>
                <a:ea typeface="DejaVu Sans"/>
              </a:defRPr>
            </a:pPr>
          </a:p>
        </c:txPr>
        <c:crossAx val="8136035"/>
        <c:crosses val="autoZero"/>
        <c:crossBetween val="between"/>
      </c:valAx>
      <c:spPr>
        <a:noFill/>
        <a:ln w="0">
          <a:noFill/>
        </a:ln>
      </c:spPr>
    </c:plotArea>
    <c:legend>
      <c:legendPos val="b"/>
      <c:overlay val="0"/>
      <c:spPr>
        <a:noFill/>
        <a:ln w="0">
          <a:noFill/>
        </a:ln>
      </c:spPr>
      <c:txPr>
        <a:bodyPr/>
        <a:lstStyle/>
        <a:p>
          <a:pPr>
            <a:defRPr b="0" sz="900" spc="-1" strike="noStrike">
              <a:solidFill>
                <a:srgbClr val="000000"/>
              </a:solidFill>
              <a:latin typeface="Calibri"/>
              <a:ea typeface="DejaVu Sans"/>
            </a:defRPr>
          </a:pPr>
        </a:p>
      </c:txPr>
    </c:legend>
    <c:plotVisOnly val="1"/>
    <c:dispBlanksAs val="span"/>
  </c:chart>
  <c:spPr>
    <a:solidFill>
      <a:srgbClr val="ffffff"/>
    </a:solidFill>
    <a:ln w="9360">
      <a:noFill/>
    </a:ln>
  </c:spPr>
</c:chartSpace>
</file>

<file path=ppt/notesMasters/_rels/notesMaster1.xml.rels><?xml version="1.0" encoding="UTF-8"?>
<Relationships xmlns="http://schemas.openxmlformats.org/package/2006/relationships"><Relationship Id="rId1" Type="http://schemas.openxmlformats.org/officeDocument/2006/relationships/theme" Target="../theme/theme3.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6" name="PlaceHolder 1"/>
          <p:cNvSpPr>
            <a:spLocks noGrp="1"/>
          </p:cNvSpPr>
          <p:nvPr>
            <p:ph type="sldImg"/>
          </p:nvPr>
        </p:nvSpPr>
        <p:spPr>
          <a:xfrm>
            <a:off x="216000" y="812520"/>
            <a:ext cx="7127280" cy="4008960"/>
          </a:xfrm>
          <a:prstGeom prst="rect">
            <a:avLst/>
          </a:prstGeom>
          <a:noFill/>
          <a:ln w="0">
            <a:noFill/>
          </a:ln>
        </p:spPr>
        <p:txBody>
          <a:bodyPr lIns="0" rIns="0" tIns="0" bIns="0" anchor="ctr">
            <a:noAutofit/>
          </a:bodyPr>
          <a:p>
            <a:pPr algn="ctr">
              <a:buNone/>
            </a:pPr>
            <a:r>
              <a:rPr b="0" lang="fr-FR" sz="4400" spc="-1" strike="noStrike">
                <a:latin typeface="Arial"/>
              </a:rPr>
              <a:t>Click to move the slide</a:t>
            </a:r>
            <a:endParaRPr b="0" lang="fr-FR" sz="4400" spc="-1" strike="noStrike">
              <a:latin typeface="Arial"/>
            </a:endParaRPr>
          </a:p>
        </p:txBody>
      </p:sp>
      <p:sp>
        <p:nvSpPr>
          <p:cNvPr id="77" name="PlaceHolder 2"/>
          <p:cNvSpPr>
            <a:spLocks noGrp="1"/>
          </p:cNvSpPr>
          <p:nvPr>
            <p:ph type="body"/>
          </p:nvPr>
        </p:nvSpPr>
        <p:spPr>
          <a:xfrm>
            <a:off x="756000" y="5078520"/>
            <a:ext cx="6047640" cy="4811040"/>
          </a:xfrm>
          <a:prstGeom prst="rect">
            <a:avLst/>
          </a:prstGeom>
          <a:noFill/>
          <a:ln w="0">
            <a:noFill/>
          </a:ln>
        </p:spPr>
        <p:txBody>
          <a:bodyPr lIns="0" rIns="0" tIns="0" bIns="0" anchor="t">
            <a:noAutofit/>
          </a:bodyPr>
          <a:p>
            <a:r>
              <a:rPr b="0" lang="fr-FR" sz="2000" spc="-1" strike="noStrike">
                <a:latin typeface="Arial"/>
              </a:rPr>
              <a:t>Click to edit the notes format</a:t>
            </a:r>
            <a:endParaRPr b="0" lang="fr-FR" sz="2000" spc="-1" strike="noStrike">
              <a:latin typeface="Arial"/>
            </a:endParaRPr>
          </a:p>
        </p:txBody>
      </p:sp>
      <p:sp>
        <p:nvSpPr>
          <p:cNvPr id="78" name="PlaceHolder 3"/>
          <p:cNvSpPr>
            <a:spLocks noGrp="1"/>
          </p:cNvSpPr>
          <p:nvPr>
            <p:ph type="hdr"/>
          </p:nvPr>
        </p:nvSpPr>
        <p:spPr>
          <a:xfrm>
            <a:off x="0" y="0"/>
            <a:ext cx="3280680" cy="534240"/>
          </a:xfrm>
          <a:prstGeom prst="rect">
            <a:avLst/>
          </a:prstGeom>
          <a:noFill/>
          <a:ln w="0">
            <a:noFill/>
          </a:ln>
        </p:spPr>
        <p:txBody>
          <a:bodyPr lIns="0" rIns="0" tIns="0" bIns="0" anchor="t">
            <a:noAutofit/>
          </a:bodyPr>
          <a:p>
            <a:r>
              <a:rPr b="0" lang="fr-FR" sz="1400" spc="-1" strike="noStrike">
                <a:latin typeface="Times New Roman"/>
              </a:rPr>
              <a:t>&lt;header&gt;</a:t>
            </a:r>
            <a:endParaRPr b="0" lang="fr-FR" sz="1400" spc="-1" strike="noStrike">
              <a:latin typeface="Times New Roman"/>
            </a:endParaRPr>
          </a:p>
        </p:txBody>
      </p:sp>
      <p:sp>
        <p:nvSpPr>
          <p:cNvPr id="79" name="PlaceHolder 4"/>
          <p:cNvSpPr>
            <a:spLocks noGrp="1"/>
          </p:cNvSpPr>
          <p:nvPr>
            <p:ph type="dt" idx="1"/>
          </p:nvPr>
        </p:nvSpPr>
        <p:spPr>
          <a:xfrm>
            <a:off x="4278960" y="0"/>
            <a:ext cx="3280680" cy="534240"/>
          </a:xfrm>
          <a:prstGeom prst="rect">
            <a:avLst/>
          </a:prstGeom>
          <a:noFill/>
          <a:ln w="0">
            <a:noFill/>
          </a:ln>
        </p:spPr>
        <p:txBody>
          <a:bodyPr lIns="0" rIns="0" tIns="0" bIns="0" anchor="t">
            <a:noAutofit/>
          </a:bodyPr>
          <a:lstStyle>
            <a:lvl1pPr algn="r">
              <a:buNone/>
              <a:defRPr b="0" lang="fr-FR" sz="1400" spc="-1" strike="noStrike">
                <a:latin typeface="Times New Roman"/>
              </a:defRPr>
            </a:lvl1pPr>
          </a:lstStyle>
          <a:p>
            <a:pPr algn="r">
              <a:buNone/>
            </a:pPr>
            <a:r>
              <a:rPr b="0" lang="fr-FR" sz="1400" spc="-1" strike="noStrike">
                <a:latin typeface="Times New Roman"/>
              </a:rPr>
              <a:t>&lt;date/time&gt;</a:t>
            </a:r>
            <a:endParaRPr b="0" lang="fr-FR" sz="1400" spc="-1" strike="noStrike">
              <a:latin typeface="Times New Roman"/>
            </a:endParaRPr>
          </a:p>
        </p:txBody>
      </p:sp>
      <p:sp>
        <p:nvSpPr>
          <p:cNvPr id="80" name="PlaceHolder 5"/>
          <p:cNvSpPr>
            <a:spLocks noGrp="1"/>
          </p:cNvSpPr>
          <p:nvPr>
            <p:ph type="ftr" idx="2"/>
          </p:nvPr>
        </p:nvSpPr>
        <p:spPr>
          <a:xfrm>
            <a:off x="0" y="10157400"/>
            <a:ext cx="3280680" cy="534240"/>
          </a:xfrm>
          <a:prstGeom prst="rect">
            <a:avLst/>
          </a:prstGeom>
          <a:noFill/>
          <a:ln w="0">
            <a:noFill/>
          </a:ln>
        </p:spPr>
        <p:txBody>
          <a:bodyPr lIns="0" rIns="0" tIns="0" bIns="0" anchor="b">
            <a:noAutofit/>
          </a:bodyPr>
          <a:lstStyle>
            <a:lvl1pPr>
              <a:defRPr b="0" lang="fr-FR" sz="1400" spc="-1" strike="noStrike">
                <a:latin typeface="Times New Roman"/>
              </a:defRPr>
            </a:lvl1pPr>
          </a:lstStyle>
          <a:p>
            <a:r>
              <a:rPr b="0" lang="fr-FR" sz="1400" spc="-1" strike="noStrike">
                <a:latin typeface="Times New Roman"/>
              </a:rPr>
              <a:t>&lt;footer&gt;</a:t>
            </a:r>
            <a:endParaRPr b="0" lang="fr-FR" sz="1400" spc="-1" strike="noStrike">
              <a:latin typeface="Times New Roman"/>
            </a:endParaRPr>
          </a:p>
        </p:txBody>
      </p:sp>
      <p:sp>
        <p:nvSpPr>
          <p:cNvPr id="81" name="PlaceHolder 6"/>
          <p:cNvSpPr>
            <a:spLocks noGrp="1"/>
          </p:cNvSpPr>
          <p:nvPr>
            <p:ph type="sldNum" idx="3"/>
          </p:nvPr>
        </p:nvSpPr>
        <p:spPr>
          <a:xfrm>
            <a:off x="4278960" y="10157400"/>
            <a:ext cx="3280680" cy="534240"/>
          </a:xfrm>
          <a:prstGeom prst="rect">
            <a:avLst/>
          </a:prstGeom>
          <a:noFill/>
          <a:ln w="0">
            <a:noFill/>
          </a:ln>
        </p:spPr>
        <p:txBody>
          <a:bodyPr lIns="0" rIns="0" tIns="0" bIns="0" anchor="b">
            <a:noAutofit/>
          </a:bodyPr>
          <a:lstStyle>
            <a:lvl1pPr algn="r">
              <a:buNone/>
              <a:defRPr b="0" lang="fr-FR" sz="1400" spc="-1" strike="noStrike">
                <a:latin typeface="Times New Roman"/>
              </a:defRPr>
            </a:lvl1pPr>
          </a:lstStyle>
          <a:p>
            <a:pPr algn="r">
              <a:buNone/>
            </a:pPr>
            <a:fld id="{9049BFD3-A2CF-413E-801F-D25B581FBC04}" type="slidenum">
              <a:rPr b="0" lang="fr-FR" sz="1400" spc="-1" strike="noStrike">
                <a:latin typeface="Times New Roman"/>
              </a:rPr>
              <a:t>&lt;number&gt;</a:t>
            </a:fld>
            <a:endParaRPr b="0" lang="fr-FR" sz="1400" spc="-1" strike="noStrike">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
</Relationships>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
</Relationships>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
</Relationships>
</file>

<file path=ppt/notesSlides/_rels/notesSlide4.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
</Relationships>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
</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
</Relationships>
</file>

<file path=ppt/notesSlides/_rels/notesSlide7.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
</Relationships>
</file>

<file path=ppt/notesSlides/_rels/notesSlide8.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
</Relationships>
</file>

<file path=ppt/notesSlides/_rels/notesSlide9.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
</Relationships>
</file>

<file path=ppt/notesSlides/_rels/notesSlide10.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
</Relationships>
</file>

<file path=ppt/notesSlides/_rels/notesSlide11.xml.rels><?xml version="1.0" encoding="UTF-8"?>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
</Relationships>
</file>

<file path=ppt/notesSlides/_rels/notesSlide12.xml.rels><?xml version="1.0" encoding="UTF-8"?>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
</Relationships>
</file>

<file path=ppt/notesSlides/_rels/notesSlide13.xml.rels><?xml version="1.0" encoding="UTF-8"?>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
</Relationships>
</file>

<file path=ppt/notesSlides/_rels/notesSlide14.xml.rels><?xml version="1.0" encoding="UTF-8"?>
<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
</Relationships>
</file>

<file path=ppt/notesSlides/_rels/notesSlide15.xml.rels><?xml version="1.0" encoding="UTF-8"?>
<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
</Relationships>
</file>

<file path=ppt/notesSlides/_rels/notesSlide16.xml.rels><?xml version="1.0" encoding="UTF-8"?>
<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
</Relationships>
</file>

<file path=ppt/notesSlides/_rels/notesSlide17.xml.rels><?xml version="1.0" encoding="UTF-8"?>
<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
</Relationships>
</file>

<file path=ppt/notesSlides/_rels/notesSlide18.xml.rels><?xml version="1.0" encoding="UTF-8"?>
<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
</Relationships>
</file>

<file path=ppt/notesSlides/_rels/notesSlide19.xml.rels><?xml version="1.0" encoding="UTF-8"?>
<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
</Relationships>
</file>

<file path=ppt/notesSlides/_rels/notesSlide20.xml.rels><?xml version="1.0" encoding="UTF-8"?>
<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
</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1" name="PlaceHolder 1"/>
          <p:cNvSpPr>
            <a:spLocks noGrp="1"/>
          </p:cNvSpPr>
          <p:nvPr>
            <p:ph type="sldImg"/>
          </p:nvPr>
        </p:nvSpPr>
        <p:spPr>
          <a:xfrm>
            <a:off x="685800" y="1143000"/>
            <a:ext cx="5484240" cy="3084120"/>
          </a:xfrm>
          <a:prstGeom prst="rect">
            <a:avLst/>
          </a:prstGeom>
          <a:ln w="0">
            <a:noFill/>
          </a:ln>
        </p:spPr>
      </p:sp>
      <p:sp>
        <p:nvSpPr>
          <p:cNvPr id="242" name="PlaceHolder 2"/>
          <p:cNvSpPr>
            <a:spLocks noGrp="1"/>
          </p:cNvSpPr>
          <p:nvPr>
            <p:ph type="body"/>
          </p:nvPr>
        </p:nvSpPr>
        <p:spPr>
          <a:xfrm>
            <a:off x="685800" y="4400640"/>
            <a:ext cx="5484240" cy="3598200"/>
          </a:xfrm>
          <a:prstGeom prst="rect">
            <a:avLst/>
          </a:prstGeom>
          <a:noFill/>
          <a:ln w="0">
            <a:noFill/>
          </a:ln>
        </p:spPr>
        <p:txBody>
          <a:bodyPr lIns="0" rIns="0" tIns="0" bIns="0" anchor="t">
            <a:noAutofit/>
          </a:bodyPr>
          <a:p>
            <a:endParaRPr b="0" lang="fr-FR" sz="2000" spc="-1" strike="noStrike">
              <a:latin typeface="Arial"/>
            </a:endParaRPr>
          </a:p>
        </p:txBody>
      </p:sp>
      <p:sp>
        <p:nvSpPr>
          <p:cNvPr id="243" name="PlaceHolder 3"/>
          <p:cNvSpPr>
            <a:spLocks noGrp="1"/>
          </p:cNvSpPr>
          <p:nvPr>
            <p:ph type="sldNum" idx="4"/>
          </p:nvPr>
        </p:nvSpPr>
        <p:spPr>
          <a:xfrm>
            <a:off x="3884760" y="8685360"/>
            <a:ext cx="2969640" cy="456480"/>
          </a:xfrm>
          <a:prstGeom prst="rect">
            <a:avLst/>
          </a:prstGeom>
          <a:noFill/>
          <a:ln w="0">
            <a:noFill/>
          </a:ln>
        </p:spPr>
        <p:txBody>
          <a:bodyPr lIns="0" rIns="0" tIns="0" bIns="0" anchor="b">
            <a:noAutofit/>
          </a:bodyPr>
          <a:lstStyle>
            <a:lvl1pPr algn="r">
              <a:lnSpc>
                <a:spcPct val="100000"/>
              </a:lnSpc>
              <a:buNone/>
              <a:tabLst>
                <a:tab algn="l" pos="0"/>
              </a:tabLst>
              <a:defRPr b="0" lang="fr-FR" sz="1200" spc="-1" strike="noStrike">
                <a:solidFill>
                  <a:srgbClr val="000000"/>
                </a:solidFill>
                <a:latin typeface="+mn-lt"/>
                <a:ea typeface="+mn-ea"/>
              </a:defRPr>
            </a:lvl1pPr>
          </a:lstStyle>
          <a:p>
            <a:pPr algn="r">
              <a:lnSpc>
                <a:spcPct val="100000"/>
              </a:lnSpc>
              <a:buNone/>
              <a:tabLst>
                <a:tab algn="l" pos="0"/>
              </a:tabLst>
            </a:pPr>
            <a:fld id="{3C9CA79C-EFDB-4110-9874-ECC19CD5C733}" type="slidenum">
              <a:rPr b="0" lang="fr-FR" sz="1200" spc="-1" strike="noStrike">
                <a:solidFill>
                  <a:srgbClr val="000000"/>
                </a:solidFill>
                <a:latin typeface="+mn-lt"/>
                <a:ea typeface="+mn-ea"/>
              </a:rPr>
              <a:t>2</a:t>
            </a:fld>
            <a:endParaRPr b="0" lang="fr-FR" sz="1200" spc="-1" strike="noStrike">
              <a:latin typeface="Times New Roman"/>
            </a:endParaRPr>
          </a:p>
        </p:txBody>
      </p:sp>
    </p:spTree>
  </p:cSld>
</p:note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4" name="PlaceHolder 1"/>
          <p:cNvSpPr>
            <a:spLocks noGrp="1"/>
          </p:cNvSpPr>
          <p:nvPr>
            <p:ph type="sldImg"/>
          </p:nvPr>
        </p:nvSpPr>
        <p:spPr>
          <a:xfrm>
            <a:off x="685800" y="1143000"/>
            <a:ext cx="5484240" cy="3084120"/>
          </a:xfrm>
          <a:prstGeom prst="rect">
            <a:avLst/>
          </a:prstGeom>
          <a:ln w="0">
            <a:noFill/>
          </a:ln>
        </p:spPr>
      </p:sp>
      <p:sp>
        <p:nvSpPr>
          <p:cNvPr id="245" name="PlaceHolder 2"/>
          <p:cNvSpPr>
            <a:spLocks noGrp="1"/>
          </p:cNvSpPr>
          <p:nvPr>
            <p:ph type="body"/>
          </p:nvPr>
        </p:nvSpPr>
        <p:spPr>
          <a:xfrm>
            <a:off x="685800" y="4400640"/>
            <a:ext cx="5484240" cy="3598200"/>
          </a:xfrm>
          <a:prstGeom prst="rect">
            <a:avLst/>
          </a:prstGeom>
          <a:noFill/>
          <a:ln w="0">
            <a:noFill/>
          </a:ln>
        </p:spPr>
        <p:txBody>
          <a:bodyPr lIns="0" rIns="0" tIns="0" bIns="0" anchor="t">
            <a:noAutofit/>
          </a:bodyPr>
          <a:p>
            <a:endParaRPr b="0" lang="fr-FR" sz="2000" spc="-1" strike="noStrike">
              <a:latin typeface="Arial"/>
            </a:endParaRPr>
          </a:p>
        </p:txBody>
      </p:sp>
      <p:sp>
        <p:nvSpPr>
          <p:cNvPr id="246" name="PlaceHolder 3"/>
          <p:cNvSpPr>
            <a:spLocks noGrp="1"/>
          </p:cNvSpPr>
          <p:nvPr>
            <p:ph type="sldNum" idx="5"/>
          </p:nvPr>
        </p:nvSpPr>
        <p:spPr>
          <a:xfrm>
            <a:off x="3884760" y="8685360"/>
            <a:ext cx="2969640" cy="456480"/>
          </a:xfrm>
          <a:prstGeom prst="rect">
            <a:avLst/>
          </a:prstGeom>
          <a:noFill/>
          <a:ln w="0">
            <a:noFill/>
          </a:ln>
        </p:spPr>
        <p:txBody>
          <a:bodyPr lIns="0" rIns="0" tIns="0" bIns="0" anchor="b">
            <a:noAutofit/>
          </a:bodyPr>
          <a:lstStyle>
            <a:lvl1pPr algn="r">
              <a:lnSpc>
                <a:spcPct val="100000"/>
              </a:lnSpc>
              <a:buNone/>
              <a:tabLst>
                <a:tab algn="l" pos="0"/>
              </a:tabLst>
              <a:defRPr b="0" lang="fr-FR" sz="1200" spc="-1" strike="noStrike">
                <a:solidFill>
                  <a:srgbClr val="000000"/>
                </a:solidFill>
                <a:latin typeface="+mn-lt"/>
                <a:ea typeface="+mn-ea"/>
              </a:defRPr>
            </a:lvl1pPr>
          </a:lstStyle>
          <a:p>
            <a:pPr algn="r">
              <a:lnSpc>
                <a:spcPct val="100000"/>
              </a:lnSpc>
              <a:buNone/>
              <a:tabLst>
                <a:tab algn="l" pos="0"/>
              </a:tabLst>
            </a:pPr>
            <a:fld id="{B4700502-D4A5-45E5-B6F5-274CC5938E31}" type="slidenum">
              <a:rPr b="0" lang="fr-FR" sz="1200" spc="-1" strike="noStrike">
                <a:solidFill>
                  <a:srgbClr val="000000"/>
                </a:solidFill>
                <a:latin typeface="+mn-lt"/>
                <a:ea typeface="+mn-ea"/>
              </a:rPr>
              <a:t>2</a:t>
            </a:fld>
            <a:endParaRPr b="0" lang="fr-FR" sz="1200" spc="-1" strike="noStrike">
              <a:latin typeface="Times New Roman"/>
            </a:endParaRPr>
          </a:p>
        </p:txBody>
      </p:sp>
    </p:spTree>
  </p:cSld>
</p:note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7" name="PlaceHolder 1"/>
          <p:cNvSpPr>
            <a:spLocks noGrp="1"/>
          </p:cNvSpPr>
          <p:nvPr>
            <p:ph type="sldImg"/>
          </p:nvPr>
        </p:nvSpPr>
        <p:spPr>
          <a:xfrm>
            <a:off x="685800" y="1143000"/>
            <a:ext cx="5484240" cy="3084120"/>
          </a:xfrm>
          <a:prstGeom prst="rect">
            <a:avLst/>
          </a:prstGeom>
          <a:ln w="0">
            <a:noFill/>
          </a:ln>
        </p:spPr>
      </p:sp>
      <p:sp>
        <p:nvSpPr>
          <p:cNvPr id="248" name="PlaceHolder 2"/>
          <p:cNvSpPr>
            <a:spLocks noGrp="1"/>
          </p:cNvSpPr>
          <p:nvPr>
            <p:ph type="body"/>
          </p:nvPr>
        </p:nvSpPr>
        <p:spPr>
          <a:xfrm>
            <a:off x="685800" y="4400640"/>
            <a:ext cx="5484240" cy="3598200"/>
          </a:xfrm>
          <a:prstGeom prst="rect">
            <a:avLst/>
          </a:prstGeom>
          <a:noFill/>
          <a:ln w="0">
            <a:noFill/>
          </a:ln>
        </p:spPr>
        <p:txBody>
          <a:bodyPr lIns="0" rIns="0" tIns="0" bIns="0" anchor="t">
            <a:noAutofit/>
          </a:bodyPr>
          <a:p>
            <a:endParaRPr b="0" lang="fr-FR" sz="2000" spc="-1" strike="noStrike">
              <a:latin typeface="Arial"/>
            </a:endParaRPr>
          </a:p>
        </p:txBody>
      </p:sp>
      <p:sp>
        <p:nvSpPr>
          <p:cNvPr id="249" name="PlaceHolder 3"/>
          <p:cNvSpPr>
            <a:spLocks noGrp="1"/>
          </p:cNvSpPr>
          <p:nvPr>
            <p:ph type="sldNum" idx="6"/>
          </p:nvPr>
        </p:nvSpPr>
        <p:spPr>
          <a:xfrm>
            <a:off x="3884760" y="8685360"/>
            <a:ext cx="2969640" cy="456480"/>
          </a:xfrm>
          <a:prstGeom prst="rect">
            <a:avLst/>
          </a:prstGeom>
          <a:noFill/>
          <a:ln w="0">
            <a:noFill/>
          </a:ln>
        </p:spPr>
        <p:txBody>
          <a:bodyPr lIns="0" rIns="0" tIns="0" bIns="0" anchor="b">
            <a:noAutofit/>
          </a:bodyPr>
          <a:lstStyle>
            <a:lvl1pPr algn="r">
              <a:lnSpc>
                <a:spcPct val="100000"/>
              </a:lnSpc>
              <a:buNone/>
              <a:tabLst>
                <a:tab algn="l" pos="0"/>
              </a:tabLst>
              <a:defRPr b="0" lang="fr-FR" sz="1200" spc="-1" strike="noStrike">
                <a:solidFill>
                  <a:srgbClr val="000000"/>
                </a:solidFill>
                <a:latin typeface="+mn-lt"/>
                <a:ea typeface="+mn-ea"/>
              </a:defRPr>
            </a:lvl1pPr>
          </a:lstStyle>
          <a:p>
            <a:pPr algn="r">
              <a:lnSpc>
                <a:spcPct val="100000"/>
              </a:lnSpc>
              <a:buNone/>
              <a:tabLst>
                <a:tab algn="l" pos="0"/>
              </a:tabLst>
            </a:pPr>
            <a:fld id="{AC9D6E07-8EBF-4042-9121-5722FF25AD9C}" type="slidenum">
              <a:rPr b="0" lang="fr-FR" sz="1200" spc="-1" strike="noStrike">
                <a:solidFill>
                  <a:srgbClr val="000000"/>
                </a:solidFill>
                <a:latin typeface="+mn-lt"/>
                <a:ea typeface="+mn-ea"/>
              </a:rPr>
              <a:t>2</a:t>
            </a:fld>
            <a:endParaRPr b="0" lang="fr-FR" sz="1200" spc="-1" strike="noStrike">
              <a:latin typeface="Times New Roman"/>
            </a:endParaRP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0" name="PlaceHolder 1"/>
          <p:cNvSpPr>
            <a:spLocks noGrp="1"/>
          </p:cNvSpPr>
          <p:nvPr>
            <p:ph type="sldImg"/>
          </p:nvPr>
        </p:nvSpPr>
        <p:spPr>
          <a:xfrm>
            <a:off x="685800" y="1143000"/>
            <a:ext cx="5484240" cy="3084120"/>
          </a:xfrm>
          <a:prstGeom prst="rect">
            <a:avLst/>
          </a:prstGeom>
          <a:ln w="0">
            <a:noFill/>
          </a:ln>
        </p:spPr>
      </p:sp>
      <p:sp>
        <p:nvSpPr>
          <p:cNvPr id="251" name="PlaceHolder 2"/>
          <p:cNvSpPr>
            <a:spLocks noGrp="1"/>
          </p:cNvSpPr>
          <p:nvPr>
            <p:ph type="body"/>
          </p:nvPr>
        </p:nvSpPr>
        <p:spPr>
          <a:xfrm>
            <a:off x="685800" y="4400640"/>
            <a:ext cx="5484240" cy="3598200"/>
          </a:xfrm>
          <a:prstGeom prst="rect">
            <a:avLst/>
          </a:prstGeom>
          <a:noFill/>
          <a:ln w="0">
            <a:noFill/>
          </a:ln>
        </p:spPr>
        <p:txBody>
          <a:bodyPr lIns="0" rIns="0" tIns="0" bIns="0" anchor="t">
            <a:noAutofit/>
          </a:bodyPr>
          <a:p>
            <a:endParaRPr b="0" lang="fr-FR" sz="2000" spc="-1" strike="noStrike">
              <a:latin typeface="Arial"/>
            </a:endParaRPr>
          </a:p>
        </p:txBody>
      </p:sp>
      <p:sp>
        <p:nvSpPr>
          <p:cNvPr id="252" name="PlaceHolder 3"/>
          <p:cNvSpPr>
            <a:spLocks noGrp="1"/>
          </p:cNvSpPr>
          <p:nvPr>
            <p:ph type="sldNum" idx="7"/>
          </p:nvPr>
        </p:nvSpPr>
        <p:spPr>
          <a:xfrm>
            <a:off x="3884760" y="8685360"/>
            <a:ext cx="2969640" cy="456480"/>
          </a:xfrm>
          <a:prstGeom prst="rect">
            <a:avLst/>
          </a:prstGeom>
          <a:noFill/>
          <a:ln w="0">
            <a:noFill/>
          </a:ln>
        </p:spPr>
        <p:txBody>
          <a:bodyPr lIns="0" rIns="0" tIns="0" bIns="0" anchor="b">
            <a:noAutofit/>
          </a:bodyPr>
          <a:lstStyle>
            <a:lvl1pPr algn="r">
              <a:lnSpc>
                <a:spcPct val="100000"/>
              </a:lnSpc>
              <a:buNone/>
              <a:tabLst>
                <a:tab algn="l" pos="0"/>
              </a:tabLst>
              <a:defRPr b="0" lang="fr-FR" sz="1200" spc="-1" strike="noStrike">
                <a:solidFill>
                  <a:srgbClr val="000000"/>
                </a:solidFill>
                <a:latin typeface="+mn-lt"/>
                <a:ea typeface="+mn-ea"/>
              </a:defRPr>
            </a:lvl1pPr>
          </a:lstStyle>
          <a:p>
            <a:pPr algn="r">
              <a:lnSpc>
                <a:spcPct val="100000"/>
              </a:lnSpc>
              <a:buNone/>
              <a:tabLst>
                <a:tab algn="l" pos="0"/>
              </a:tabLst>
            </a:pPr>
            <a:fld id="{D17059FA-FB07-4049-B690-D00C8E2D473B}" type="slidenum">
              <a:rPr b="0" lang="fr-FR" sz="1200" spc="-1" strike="noStrike">
                <a:solidFill>
                  <a:srgbClr val="000000"/>
                </a:solidFill>
                <a:latin typeface="+mn-lt"/>
                <a:ea typeface="+mn-ea"/>
              </a:rPr>
              <a:t>2</a:t>
            </a:fld>
            <a:endParaRPr b="0" lang="fr-FR" sz="1200" spc="-1" strike="noStrike">
              <a:latin typeface="Times New Roman"/>
            </a:endParaRPr>
          </a:p>
        </p:txBody>
      </p:sp>
    </p:spTree>
  </p:cSld>
</p:note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3" name="PlaceHolder 1"/>
          <p:cNvSpPr>
            <a:spLocks noGrp="1"/>
          </p:cNvSpPr>
          <p:nvPr>
            <p:ph type="sldImg"/>
          </p:nvPr>
        </p:nvSpPr>
        <p:spPr>
          <a:xfrm>
            <a:off x="685800" y="1143000"/>
            <a:ext cx="5484240" cy="3084120"/>
          </a:xfrm>
          <a:prstGeom prst="rect">
            <a:avLst/>
          </a:prstGeom>
          <a:ln w="0">
            <a:noFill/>
          </a:ln>
        </p:spPr>
      </p:sp>
      <p:sp>
        <p:nvSpPr>
          <p:cNvPr id="254" name="PlaceHolder 2"/>
          <p:cNvSpPr>
            <a:spLocks noGrp="1"/>
          </p:cNvSpPr>
          <p:nvPr>
            <p:ph type="body"/>
          </p:nvPr>
        </p:nvSpPr>
        <p:spPr>
          <a:xfrm>
            <a:off x="685800" y="4400640"/>
            <a:ext cx="5484240" cy="3598200"/>
          </a:xfrm>
          <a:prstGeom prst="rect">
            <a:avLst/>
          </a:prstGeom>
          <a:noFill/>
          <a:ln w="0">
            <a:noFill/>
          </a:ln>
        </p:spPr>
        <p:txBody>
          <a:bodyPr lIns="0" rIns="0" tIns="0" bIns="0" anchor="t">
            <a:noAutofit/>
          </a:bodyPr>
          <a:p>
            <a:endParaRPr b="0" lang="fr-FR" sz="2000" spc="-1" strike="noStrike">
              <a:latin typeface="Arial"/>
            </a:endParaRPr>
          </a:p>
        </p:txBody>
      </p:sp>
      <p:sp>
        <p:nvSpPr>
          <p:cNvPr id="255" name="PlaceHolder 3"/>
          <p:cNvSpPr>
            <a:spLocks noGrp="1"/>
          </p:cNvSpPr>
          <p:nvPr>
            <p:ph type="sldNum" idx="8"/>
          </p:nvPr>
        </p:nvSpPr>
        <p:spPr>
          <a:xfrm>
            <a:off x="3884760" y="8685360"/>
            <a:ext cx="2969640" cy="456480"/>
          </a:xfrm>
          <a:prstGeom prst="rect">
            <a:avLst/>
          </a:prstGeom>
          <a:noFill/>
          <a:ln w="0">
            <a:noFill/>
          </a:ln>
        </p:spPr>
        <p:txBody>
          <a:bodyPr lIns="0" rIns="0" tIns="0" bIns="0" anchor="b">
            <a:noAutofit/>
          </a:bodyPr>
          <a:lstStyle>
            <a:lvl1pPr algn="r">
              <a:lnSpc>
                <a:spcPct val="100000"/>
              </a:lnSpc>
              <a:buNone/>
              <a:tabLst>
                <a:tab algn="l" pos="0"/>
              </a:tabLst>
              <a:defRPr b="0" lang="fr-FR" sz="1200" spc="-1" strike="noStrike">
                <a:solidFill>
                  <a:srgbClr val="000000"/>
                </a:solidFill>
                <a:latin typeface="+mn-lt"/>
                <a:ea typeface="+mn-ea"/>
              </a:defRPr>
            </a:lvl1pPr>
          </a:lstStyle>
          <a:p>
            <a:pPr algn="r">
              <a:lnSpc>
                <a:spcPct val="100000"/>
              </a:lnSpc>
              <a:buNone/>
              <a:tabLst>
                <a:tab algn="l" pos="0"/>
              </a:tabLst>
            </a:pPr>
            <a:fld id="{10579054-684A-43C5-8534-18DC29B43CC7}" type="slidenum">
              <a:rPr b="0" lang="fr-FR" sz="1200" spc="-1" strike="noStrike">
                <a:solidFill>
                  <a:srgbClr val="000000"/>
                </a:solidFill>
                <a:latin typeface="+mn-lt"/>
                <a:ea typeface="+mn-ea"/>
              </a:rPr>
              <a:t>2</a:t>
            </a:fld>
            <a:endParaRPr b="0" lang="fr-FR" sz="1200" spc="-1" strike="noStrike">
              <a:latin typeface="Times New Roman"/>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6" name="PlaceHolder 1"/>
          <p:cNvSpPr>
            <a:spLocks noGrp="1"/>
          </p:cNvSpPr>
          <p:nvPr>
            <p:ph type="sldImg"/>
          </p:nvPr>
        </p:nvSpPr>
        <p:spPr>
          <a:xfrm>
            <a:off x="685800" y="1143000"/>
            <a:ext cx="5484240" cy="3084120"/>
          </a:xfrm>
          <a:prstGeom prst="rect">
            <a:avLst/>
          </a:prstGeom>
          <a:ln w="0">
            <a:noFill/>
          </a:ln>
        </p:spPr>
      </p:sp>
      <p:sp>
        <p:nvSpPr>
          <p:cNvPr id="257" name="PlaceHolder 2"/>
          <p:cNvSpPr>
            <a:spLocks noGrp="1"/>
          </p:cNvSpPr>
          <p:nvPr>
            <p:ph type="body"/>
          </p:nvPr>
        </p:nvSpPr>
        <p:spPr>
          <a:xfrm>
            <a:off x="685800" y="4400640"/>
            <a:ext cx="5484240" cy="3598200"/>
          </a:xfrm>
          <a:prstGeom prst="rect">
            <a:avLst/>
          </a:prstGeom>
          <a:noFill/>
          <a:ln w="0">
            <a:noFill/>
          </a:ln>
        </p:spPr>
        <p:txBody>
          <a:bodyPr lIns="0" rIns="0" tIns="0" bIns="0" anchor="t">
            <a:noAutofit/>
          </a:bodyPr>
          <a:p>
            <a:endParaRPr b="0" lang="fr-FR" sz="2000" spc="-1" strike="noStrike">
              <a:latin typeface="Arial"/>
            </a:endParaRPr>
          </a:p>
        </p:txBody>
      </p:sp>
      <p:sp>
        <p:nvSpPr>
          <p:cNvPr id="258" name="PlaceHolder 3"/>
          <p:cNvSpPr>
            <a:spLocks noGrp="1"/>
          </p:cNvSpPr>
          <p:nvPr>
            <p:ph type="sldNum" idx="9"/>
          </p:nvPr>
        </p:nvSpPr>
        <p:spPr>
          <a:xfrm>
            <a:off x="3884760" y="8685360"/>
            <a:ext cx="2969640" cy="456480"/>
          </a:xfrm>
          <a:prstGeom prst="rect">
            <a:avLst/>
          </a:prstGeom>
          <a:noFill/>
          <a:ln w="0">
            <a:noFill/>
          </a:ln>
        </p:spPr>
        <p:txBody>
          <a:bodyPr lIns="0" rIns="0" tIns="0" bIns="0" anchor="b">
            <a:noAutofit/>
          </a:bodyPr>
          <a:lstStyle>
            <a:lvl1pPr algn="r">
              <a:lnSpc>
                <a:spcPct val="100000"/>
              </a:lnSpc>
              <a:buNone/>
              <a:tabLst>
                <a:tab algn="l" pos="0"/>
              </a:tabLst>
              <a:defRPr b="0" lang="fr-FR" sz="1200" spc="-1" strike="noStrike">
                <a:solidFill>
                  <a:srgbClr val="000000"/>
                </a:solidFill>
                <a:latin typeface="+mn-lt"/>
                <a:ea typeface="+mn-ea"/>
              </a:defRPr>
            </a:lvl1pPr>
          </a:lstStyle>
          <a:p>
            <a:pPr algn="r">
              <a:lnSpc>
                <a:spcPct val="100000"/>
              </a:lnSpc>
              <a:buNone/>
              <a:tabLst>
                <a:tab algn="l" pos="0"/>
              </a:tabLst>
            </a:pPr>
            <a:fld id="{E22D8596-1678-47A0-A0EC-C5A0127FE2DA}" type="slidenum">
              <a:rPr b="0" lang="fr-FR" sz="1200" spc="-1" strike="noStrike">
                <a:solidFill>
                  <a:srgbClr val="000000"/>
                </a:solidFill>
                <a:latin typeface="+mn-lt"/>
                <a:ea typeface="+mn-ea"/>
              </a:rPr>
              <a:t>2</a:t>
            </a:fld>
            <a:endParaRPr b="0" lang="fr-FR" sz="1200" spc="-1" strike="noStrike">
              <a:latin typeface="Times New Roman"/>
            </a:endParaRPr>
          </a:p>
        </p:txBody>
      </p:sp>
    </p:spTree>
  </p:cSld>
</p:notes>
</file>

<file path=ppt/notesSlides/notesSlide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9" name="PlaceHolder 1"/>
          <p:cNvSpPr>
            <a:spLocks noGrp="1"/>
          </p:cNvSpPr>
          <p:nvPr>
            <p:ph type="sldImg"/>
          </p:nvPr>
        </p:nvSpPr>
        <p:spPr>
          <a:xfrm>
            <a:off x="685800" y="1143000"/>
            <a:ext cx="5484240" cy="3084120"/>
          </a:xfrm>
          <a:prstGeom prst="rect">
            <a:avLst/>
          </a:prstGeom>
          <a:ln w="0">
            <a:noFill/>
          </a:ln>
        </p:spPr>
      </p:sp>
      <p:sp>
        <p:nvSpPr>
          <p:cNvPr id="260" name="PlaceHolder 2"/>
          <p:cNvSpPr>
            <a:spLocks noGrp="1"/>
          </p:cNvSpPr>
          <p:nvPr>
            <p:ph type="body"/>
          </p:nvPr>
        </p:nvSpPr>
        <p:spPr>
          <a:xfrm>
            <a:off x="685800" y="4400640"/>
            <a:ext cx="5484240" cy="3598200"/>
          </a:xfrm>
          <a:prstGeom prst="rect">
            <a:avLst/>
          </a:prstGeom>
          <a:noFill/>
          <a:ln w="0">
            <a:noFill/>
          </a:ln>
        </p:spPr>
        <p:txBody>
          <a:bodyPr lIns="0" rIns="0" tIns="0" bIns="0" anchor="t">
            <a:noAutofit/>
          </a:bodyPr>
          <a:p>
            <a:endParaRPr b="0" lang="fr-FR" sz="2000" spc="-1" strike="noStrike">
              <a:latin typeface="Arial"/>
            </a:endParaRPr>
          </a:p>
        </p:txBody>
      </p:sp>
      <p:sp>
        <p:nvSpPr>
          <p:cNvPr id="261" name="PlaceHolder 3"/>
          <p:cNvSpPr>
            <a:spLocks noGrp="1"/>
          </p:cNvSpPr>
          <p:nvPr>
            <p:ph type="sldNum" idx="10"/>
          </p:nvPr>
        </p:nvSpPr>
        <p:spPr>
          <a:xfrm>
            <a:off x="3884760" y="8685360"/>
            <a:ext cx="2969640" cy="456480"/>
          </a:xfrm>
          <a:prstGeom prst="rect">
            <a:avLst/>
          </a:prstGeom>
          <a:noFill/>
          <a:ln w="0">
            <a:noFill/>
          </a:ln>
        </p:spPr>
        <p:txBody>
          <a:bodyPr lIns="0" rIns="0" tIns="0" bIns="0" anchor="b">
            <a:noAutofit/>
          </a:bodyPr>
          <a:lstStyle>
            <a:lvl1pPr algn="r">
              <a:lnSpc>
                <a:spcPct val="100000"/>
              </a:lnSpc>
              <a:buNone/>
              <a:tabLst>
                <a:tab algn="l" pos="0"/>
              </a:tabLst>
              <a:defRPr b="0" lang="fr-FR" sz="1200" spc="-1" strike="noStrike">
                <a:solidFill>
                  <a:srgbClr val="000000"/>
                </a:solidFill>
                <a:latin typeface="+mn-lt"/>
                <a:ea typeface="+mn-ea"/>
              </a:defRPr>
            </a:lvl1pPr>
          </a:lstStyle>
          <a:p>
            <a:pPr algn="r">
              <a:lnSpc>
                <a:spcPct val="100000"/>
              </a:lnSpc>
              <a:buNone/>
              <a:tabLst>
                <a:tab algn="l" pos="0"/>
              </a:tabLst>
            </a:pPr>
            <a:fld id="{E7382A18-209F-4E5E-9A41-D03C65183328}" type="slidenum">
              <a:rPr b="0" lang="fr-FR" sz="1200" spc="-1" strike="noStrike">
                <a:solidFill>
                  <a:srgbClr val="000000"/>
                </a:solidFill>
                <a:latin typeface="+mn-lt"/>
                <a:ea typeface="+mn-ea"/>
              </a:rPr>
              <a:t>2</a:t>
            </a:fld>
            <a:endParaRPr b="0" lang="fr-FR" sz="1200" spc="-1" strike="noStrike">
              <a:latin typeface="Times New Roman"/>
            </a:endParaRPr>
          </a:p>
        </p:txBody>
      </p:sp>
    </p:spTree>
  </p:cSld>
</p:notes>
</file>

<file path=ppt/notesSlides/notesSlide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2" name="PlaceHolder 1"/>
          <p:cNvSpPr>
            <a:spLocks noGrp="1"/>
          </p:cNvSpPr>
          <p:nvPr>
            <p:ph type="sldImg"/>
          </p:nvPr>
        </p:nvSpPr>
        <p:spPr>
          <a:xfrm>
            <a:off x="685800" y="1143000"/>
            <a:ext cx="5484240" cy="3084120"/>
          </a:xfrm>
          <a:prstGeom prst="rect">
            <a:avLst/>
          </a:prstGeom>
          <a:ln w="0">
            <a:noFill/>
          </a:ln>
        </p:spPr>
      </p:sp>
      <p:sp>
        <p:nvSpPr>
          <p:cNvPr id="263" name="PlaceHolder 2"/>
          <p:cNvSpPr>
            <a:spLocks noGrp="1"/>
          </p:cNvSpPr>
          <p:nvPr>
            <p:ph type="body"/>
          </p:nvPr>
        </p:nvSpPr>
        <p:spPr>
          <a:xfrm>
            <a:off x="685800" y="4400640"/>
            <a:ext cx="5484240" cy="3598200"/>
          </a:xfrm>
          <a:prstGeom prst="rect">
            <a:avLst/>
          </a:prstGeom>
          <a:noFill/>
          <a:ln w="0">
            <a:noFill/>
          </a:ln>
        </p:spPr>
        <p:txBody>
          <a:bodyPr lIns="0" rIns="0" tIns="0" bIns="0" anchor="t">
            <a:noAutofit/>
          </a:bodyPr>
          <a:p>
            <a:endParaRPr b="0" lang="fr-FR" sz="2000" spc="-1" strike="noStrike">
              <a:latin typeface="Arial"/>
            </a:endParaRPr>
          </a:p>
        </p:txBody>
      </p:sp>
      <p:sp>
        <p:nvSpPr>
          <p:cNvPr id="264" name="PlaceHolder 3"/>
          <p:cNvSpPr>
            <a:spLocks noGrp="1"/>
          </p:cNvSpPr>
          <p:nvPr>
            <p:ph type="sldNum" idx="11"/>
          </p:nvPr>
        </p:nvSpPr>
        <p:spPr>
          <a:xfrm>
            <a:off x="3884760" y="8685360"/>
            <a:ext cx="2969640" cy="456480"/>
          </a:xfrm>
          <a:prstGeom prst="rect">
            <a:avLst/>
          </a:prstGeom>
          <a:noFill/>
          <a:ln w="0">
            <a:noFill/>
          </a:ln>
        </p:spPr>
        <p:txBody>
          <a:bodyPr lIns="0" rIns="0" tIns="0" bIns="0" anchor="b">
            <a:noAutofit/>
          </a:bodyPr>
          <a:lstStyle>
            <a:lvl1pPr algn="r">
              <a:lnSpc>
                <a:spcPct val="100000"/>
              </a:lnSpc>
              <a:buNone/>
              <a:tabLst>
                <a:tab algn="l" pos="0"/>
              </a:tabLst>
              <a:defRPr b="0" lang="fr-FR" sz="1200" spc="-1" strike="noStrike">
                <a:solidFill>
                  <a:srgbClr val="000000"/>
                </a:solidFill>
                <a:latin typeface="+mn-lt"/>
                <a:ea typeface="+mn-ea"/>
              </a:defRPr>
            </a:lvl1pPr>
          </a:lstStyle>
          <a:p>
            <a:pPr algn="r">
              <a:lnSpc>
                <a:spcPct val="100000"/>
              </a:lnSpc>
              <a:buNone/>
              <a:tabLst>
                <a:tab algn="l" pos="0"/>
              </a:tabLst>
            </a:pPr>
            <a:fld id="{FBCC4627-D69D-4A4D-B510-B8942E941719}" type="slidenum">
              <a:rPr b="0" lang="fr-FR" sz="1200" spc="-1" strike="noStrike">
                <a:solidFill>
                  <a:srgbClr val="000000"/>
                </a:solidFill>
                <a:latin typeface="+mn-lt"/>
                <a:ea typeface="+mn-ea"/>
              </a:rPr>
              <a:t>2</a:t>
            </a:fld>
            <a:endParaRPr b="0" lang="fr-FR" sz="1200" spc="-1" strike="noStrike">
              <a:latin typeface="Times New Roman"/>
            </a:endParaRPr>
          </a:p>
        </p:txBody>
      </p:sp>
    </p:spTree>
  </p:cSld>
</p:notes>
</file>

<file path=ppt/notesSlides/notesSlide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5" name="PlaceHolder 1"/>
          <p:cNvSpPr>
            <a:spLocks noGrp="1"/>
          </p:cNvSpPr>
          <p:nvPr>
            <p:ph type="sldImg"/>
          </p:nvPr>
        </p:nvSpPr>
        <p:spPr>
          <a:xfrm>
            <a:off x="685800" y="1143000"/>
            <a:ext cx="5484240" cy="3084120"/>
          </a:xfrm>
          <a:prstGeom prst="rect">
            <a:avLst/>
          </a:prstGeom>
          <a:ln w="0">
            <a:noFill/>
          </a:ln>
        </p:spPr>
      </p:sp>
      <p:sp>
        <p:nvSpPr>
          <p:cNvPr id="266" name="PlaceHolder 2"/>
          <p:cNvSpPr>
            <a:spLocks noGrp="1"/>
          </p:cNvSpPr>
          <p:nvPr>
            <p:ph type="body"/>
          </p:nvPr>
        </p:nvSpPr>
        <p:spPr>
          <a:xfrm>
            <a:off x="685800" y="4400640"/>
            <a:ext cx="5484240" cy="3598200"/>
          </a:xfrm>
          <a:prstGeom prst="rect">
            <a:avLst/>
          </a:prstGeom>
          <a:noFill/>
          <a:ln w="0">
            <a:noFill/>
          </a:ln>
        </p:spPr>
        <p:txBody>
          <a:bodyPr lIns="0" rIns="0" tIns="0" bIns="0" anchor="t">
            <a:noAutofit/>
          </a:bodyPr>
          <a:p>
            <a:endParaRPr b="0" lang="fr-FR" sz="2000" spc="-1" strike="noStrike">
              <a:latin typeface="Arial"/>
            </a:endParaRPr>
          </a:p>
        </p:txBody>
      </p:sp>
      <p:sp>
        <p:nvSpPr>
          <p:cNvPr id="267" name="PlaceHolder 3"/>
          <p:cNvSpPr>
            <a:spLocks noGrp="1"/>
          </p:cNvSpPr>
          <p:nvPr>
            <p:ph type="sldNum" idx="12"/>
          </p:nvPr>
        </p:nvSpPr>
        <p:spPr>
          <a:xfrm>
            <a:off x="3884760" y="8685360"/>
            <a:ext cx="2969640" cy="456480"/>
          </a:xfrm>
          <a:prstGeom prst="rect">
            <a:avLst/>
          </a:prstGeom>
          <a:noFill/>
          <a:ln w="0">
            <a:noFill/>
          </a:ln>
        </p:spPr>
        <p:txBody>
          <a:bodyPr lIns="0" rIns="0" tIns="0" bIns="0" anchor="b">
            <a:noAutofit/>
          </a:bodyPr>
          <a:lstStyle>
            <a:lvl1pPr algn="r">
              <a:lnSpc>
                <a:spcPct val="100000"/>
              </a:lnSpc>
              <a:buNone/>
              <a:tabLst>
                <a:tab algn="l" pos="0"/>
              </a:tabLst>
              <a:defRPr b="0" lang="fr-FR" sz="1200" spc="-1" strike="noStrike">
                <a:solidFill>
                  <a:srgbClr val="000000"/>
                </a:solidFill>
                <a:latin typeface="+mn-lt"/>
                <a:ea typeface="+mn-ea"/>
              </a:defRPr>
            </a:lvl1pPr>
          </a:lstStyle>
          <a:p>
            <a:pPr algn="r">
              <a:lnSpc>
                <a:spcPct val="100000"/>
              </a:lnSpc>
              <a:buNone/>
              <a:tabLst>
                <a:tab algn="l" pos="0"/>
              </a:tabLst>
            </a:pPr>
            <a:fld id="{57D61A20-E485-427F-9CE2-11C4DAE1EF85}" type="slidenum">
              <a:rPr b="0" lang="fr-FR" sz="1200" spc="-1" strike="noStrike">
                <a:solidFill>
                  <a:srgbClr val="000000"/>
                </a:solidFill>
                <a:latin typeface="+mn-lt"/>
                <a:ea typeface="+mn-ea"/>
              </a:rPr>
              <a:t>2</a:t>
            </a:fld>
            <a:endParaRPr b="0" lang="fr-FR" sz="1200" spc="-1" strike="noStrike">
              <a:latin typeface="Times New Roman"/>
            </a:endParaRPr>
          </a:p>
        </p:txBody>
      </p:sp>
    </p:spTree>
  </p:cSld>
</p:notes>
</file>

<file path=ppt/notesSlides/notesSlide1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8" name="PlaceHolder 1"/>
          <p:cNvSpPr>
            <a:spLocks noGrp="1"/>
          </p:cNvSpPr>
          <p:nvPr>
            <p:ph type="sldImg"/>
          </p:nvPr>
        </p:nvSpPr>
        <p:spPr>
          <a:xfrm>
            <a:off x="685800" y="1143000"/>
            <a:ext cx="5484240" cy="3084120"/>
          </a:xfrm>
          <a:prstGeom prst="rect">
            <a:avLst/>
          </a:prstGeom>
          <a:ln w="0">
            <a:noFill/>
          </a:ln>
        </p:spPr>
      </p:sp>
      <p:sp>
        <p:nvSpPr>
          <p:cNvPr id="269" name="PlaceHolder 2"/>
          <p:cNvSpPr>
            <a:spLocks noGrp="1"/>
          </p:cNvSpPr>
          <p:nvPr>
            <p:ph type="body"/>
          </p:nvPr>
        </p:nvSpPr>
        <p:spPr>
          <a:xfrm>
            <a:off x="685800" y="4400640"/>
            <a:ext cx="5484240" cy="3598200"/>
          </a:xfrm>
          <a:prstGeom prst="rect">
            <a:avLst/>
          </a:prstGeom>
          <a:noFill/>
          <a:ln w="0">
            <a:noFill/>
          </a:ln>
        </p:spPr>
        <p:txBody>
          <a:bodyPr lIns="0" rIns="0" tIns="0" bIns="0" anchor="t">
            <a:noAutofit/>
          </a:bodyPr>
          <a:p>
            <a:endParaRPr b="0" lang="fr-FR" sz="2000" spc="-1" strike="noStrike">
              <a:latin typeface="Arial"/>
            </a:endParaRPr>
          </a:p>
        </p:txBody>
      </p:sp>
      <p:sp>
        <p:nvSpPr>
          <p:cNvPr id="270" name="PlaceHolder 3"/>
          <p:cNvSpPr>
            <a:spLocks noGrp="1"/>
          </p:cNvSpPr>
          <p:nvPr>
            <p:ph type="sldNum" idx="13"/>
          </p:nvPr>
        </p:nvSpPr>
        <p:spPr>
          <a:xfrm>
            <a:off x="3884760" y="8685360"/>
            <a:ext cx="2969640" cy="456480"/>
          </a:xfrm>
          <a:prstGeom prst="rect">
            <a:avLst/>
          </a:prstGeom>
          <a:noFill/>
          <a:ln w="0">
            <a:noFill/>
          </a:ln>
        </p:spPr>
        <p:txBody>
          <a:bodyPr lIns="0" rIns="0" tIns="0" bIns="0" anchor="b">
            <a:noAutofit/>
          </a:bodyPr>
          <a:lstStyle>
            <a:lvl1pPr algn="r">
              <a:lnSpc>
                <a:spcPct val="100000"/>
              </a:lnSpc>
              <a:buNone/>
              <a:tabLst>
                <a:tab algn="l" pos="0"/>
              </a:tabLst>
              <a:defRPr b="0" lang="fr-FR" sz="1200" spc="-1" strike="noStrike">
                <a:solidFill>
                  <a:srgbClr val="000000"/>
                </a:solidFill>
                <a:latin typeface="+mn-lt"/>
                <a:ea typeface="+mn-ea"/>
              </a:defRPr>
            </a:lvl1pPr>
          </a:lstStyle>
          <a:p>
            <a:pPr algn="r">
              <a:lnSpc>
                <a:spcPct val="100000"/>
              </a:lnSpc>
              <a:buNone/>
              <a:tabLst>
                <a:tab algn="l" pos="0"/>
              </a:tabLst>
            </a:pPr>
            <a:fld id="{71272962-9F03-4C1B-8533-C682AE988414}" type="slidenum">
              <a:rPr b="0" lang="fr-FR" sz="1200" spc="-1" strike="noStrike">
                <a:solidFill>
                  <a:srgbClr val="000000"/>
                </a:solidFill>
                <a:latin typeface="+mn-lt"/>
                <a:ea typeface="+mn-ea"/>
              </a:rPr>
              <a:t>2</a:t>
            </a:fld>
            <a:endParaRPr b="0" lang="fr-FR" sz="1200" spc="-1" strike="noStrike">
              <a:latin typeface="Times New Roman"/>
            </a:endParaRPr>
          </a:p>
        </p:txBody>
      </p:sp>
    </p:spTree>
  </p:cSld>
</p:notes>
</file>

<file path=ppt/notesSlides/notesSlide1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71" name="PlaceHolder 1"/>
          <p:cNvSpPr>
            <a:spLocks noGrp="1"/>
          </p:cNvSpPr>
          <p:nvPr>
            <p:ph type="sldImg"/>
          </p:nvPr>
        </p:nvSpPr>
        <p:spPr>
          <a:xfrm>
            <a:off x="685800" y="1143000"/>
            <a:ext cx="5484240" cy="3084120"/>
          </a:xfrm>
          <a:prstGeom prst="rect">
            <a:avLst/>
          </a:prstGeom>
          <a:ln w="0">
            <a:noFill/>
          </a:ln>
        </p:spPr>
      </p:sp>
      <p:sp>
        <p:nvSpPr>
          <p:cNvPr id="272" name="PlaceHolder 2"/>
          <p:cNvSpPr>
            <a:spLocks noGrp="1"/>
          </p:cNvSpPr>
          <p:nvPr>
            <p:ph type="body"/>
          </p:nvPr>
        </p:nvSpPr>
        <p:spPr>
          <a:xfrm>
            <a:off x="685800" y="4400640"/>
            <a:ext cx="5484240" cy="3598200"/>
          </a:xfrm>
          <a:prstGeom prst="rect">
            <a:avLst/>
          </a:prstGeom>
          <a:noFill/>
          <a:ln w="0">
            <a:noFill/>
          </a:ln>
        </p:spPr>
        <p:txBody>
          <a:bodyPr lIns="0" rIns="0" tIns="0" bIns="0" anchor="t">
            <a:noAutofit/>
          </a:bodyPr>
          <a:p>
            <a:endParaRPr b="0" lang="fr-FR" sz="2000" spc="-1" strike="noStrike">
              <a:latin typeface="Arial"/>
            </a:endParaRPr>
          </a:p>
        </p:txBody>
      </p:sp>
      <p:sp>
        <p:nvSpPr>
          <p:cNvPr id="273" name="PlaceHolder 3"/>
          <p:cNvSpPr>
            <a:spLocks noGrp="1"/>
          </p:cNvSpPr>
          <p:nvPr>
            <p:ph type="sldNum" idx="14"/>
          </p:nvPr>
        </p:nvSpPr>
        <p:spPr>
          <a:xfrm>
            <a:off x="3884760" y="8685360"/>
            <a:ext cx="2969640" cy="456480"/>
          </a:xfrm>
          <a:prstGeom prst="rect">
            <a:avLst/>
          </a:prstGeom>
          <a:noFill/>
          <a:ln w="0">
            <a:noFill/>
          </a:ln>
        </p:spPr>
        <p:txBody>
          <a:bodyPr lIns="0" rIns="0" tIns="0" bIns="0" anchor="b">
            <a:noAutofit/>
          </a:bodyPr>
          <a:lstStyle>
            <a:lvl1pPr algn="r">
              <a:lnSpc>
                <a:spcPct val="100000"/>
              </a:lnSpc>
              <a:buNone/>
              <a:tabLst>
                <a:tab algn="l" pos="0"/>
              </a:tabLst>
              <a:defRPr b="0" lang="fr-FR" sz="1200" spc="-1" strike="noStrike">
                <a:solidFill>
                  <a:srgbClr val="000000"/>
                </a:solidFill>
                <a:latin typeface="+mn-lt"/>
                <a:ea typeface="+mn-ea"/>
              </a:defRPr>
            </a:lvl1pPr>
          </a:lstStyle>
          <a:p>
            <a:pPr algn="r">
              <a:lnSpc>
                <a:spcPct val="100000"/>
              </a:lnSpc>
              <a:buNone/>
              <a:tabLst>
                <a:tab algn="l" pos="0"/>
              </a:tabLst>
            </a:pPr>
            <a:fld id="{D7FC1E7F-6763-4CAF-9AF6-8588E9D43F81}" type="slidenum">
              <a:rPr b="0" lang="fr-FR" sz="1200" spc="-1" strike="noStrike">
                <a:solidFill>
                  <a:srgbClr val="000000"/>
                </a:solidFill>
                <a:latin typeface="+mn-lt"/>
                <a:ea typeface="+mn-ea"/>
              </a:rPr>
              <a:t>2</a:t>
            </a:fld>
            <a:endParaRPr b="0" lang="fr-FR" sz="1200" spc="-1" strike="noStrike">
              <a:latin typeface="Times New Roman"/>
            </a:endParaRPr>
          </a:p>
        </p:txBody>
      </p:sp>
    </p:spTree>
  </p:cSld>
</p:notes>
</file>

<file path=ppt/notesSlides/notesSlide1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74" name="PlaceHolder 1"/>
          <p:cNvSpPr>
            <a:spLocks noGrp="1"/>
          </p:cNvSpPr>
          <p:nvPr>
            <p:ph type="sldImg"/>
          </p:nvPr>
        </p:nvSpPr>
        <p:spPr>
          <a:xfrm>
            <a:off x="685800" y="1143000"/>
            <a:ext cx="5484240" cy="3084120"/>
          </a:xfrm>
          <a:prstGeom prst="rect">
            <a:avLst/>
          </a:prstGeom>
          <a:ln w="0">
            <a:noFill/>
          </a:ln>
        </p:spPr>
      </p:sp>
      <p:sp>
        <p:nvSpPr>
          <p:cNvPr id="275" name="PlaceHolder 2"/>
          <p:cNvSpPr>
            <a:spLocks noGrp="1"/>
          </p:cNvSpPr>
          <p:nvPr>
            <p:ph type="body"/>
          </p:nvPr>
        </p:nvSpPr>
        <p:spPr>
          <a:xfrm>
            <a:off x="685800" y="4400640"/>
            <a:ext cx="5484240" cy="3598200"/>
          </a:xfrm>
          <a:prstGeom prst="rect">
            <a:avLst/>
          </a:prstGeom>
          <a:noFill/>
          <a:ln w="0">
            <a:noFill/>
          </a:ln>
        </p:spPr>
        <p:txBody>
          <a:bodyPr lIns="0" rIns="0" tIns="0" bIns="0" anchor="t">
            <a:noAutofit/>
          </a:bodyPr>
          <a:p>
            <a:endParaRPr b="0" lang="fr-FR" sz="2000" spc="-1" strike="noStrike">
              <a:latin typeface="Arial"/>
            </a:endParaRPr>
          </a:p>
        </p:txBody>
      </p:sp>
      <p:sp>
        <p:nvSpPr>
          <p:cNvPr id="276" name="PlaceHolder 3"/>
          <p:cNvSpPr>
            <a:spLocks noGrp="1"/>
          </p:cNvSpPr>
          <p:nvPr>
            <p:ph type="sldNum" idx="15"/>
          </p:nvPr>
        </p:nvSpPr>
        <p:spPr>
          <a:xfrm>
            <a:off x="3884760" y="8685360"/>
            <a:ext cx="2969640" cy="456480"/>
          </a:xfrm>
          <a:prstGeom prst="rect">
            <a:avLst/>
          </a:prstGeom>
          <a:noFill/>
          <a:ln w="0">
            <a:noFill/>
          </a:ln>
        </p:spPr>
        <p:txBody>
          <a:bodyPr lIns="0" rIns="0" tIns="0" bIns="0" anchor="b">
            <a:noAutofit/>
          </a:bodyPr>
          <a:lstStyle>
            <a:lvl1pPr algn="r">
              <a:lnSpc>
                <a:spcPct val="100000"/>
              </a:lnSpc>
              <a:buNone/>
              <a:tabLst>
                <a:tab algn="l" pos="0"/>
              </a:tabLst>
              <a:defRPr b="0" lang="fr-FR" sz="1200" spc="-1" strike="noStrike">
                <a:solidFill>
                  <a:srgbClr val="000000"/>
                </a:solidFill>
                <a:latin typeface="+mn-lt"/>
                <a:ea typeface="+mn-ea"/>
              </a:defRPr>
            </a:lvl1pPr>
          </a:lstStyle>
          <a:p>
            <a:pPr algn="r">
              <a:lnSpc>
                <a:spcPct val="100000"/>
              </a:lnSpc>
              <a:buNone/>
              <a:tabLst>
                <a:tab algn="l" pos="0"/>
              </a:tabLst>
            </a:pPr>
            <a:fld id="{20A722FD-0011-438B-A8B8-9BF7E9A35C7F}" type="slidenum">
              <a:rPr b="0" lang="fr-FR" sz="1200" spc="-1" strike="noStrike">
                <a:solidFill>
                  <a:srgbClr val="000000"/>
                </a:solidFill>
                <a:latin typeface="+mn-lt"/>
                <a:ea typeface="+mn-ea"/>
              </a:rPr>
              <a:t>2</a:t>
            </a:fld>
            <a:endParaRPr b="0" lang="fr-FR" sz="1200" spc="-1" strike="noStrike">
              <a:latin typeface="Times New Roman"/>
            </a:endParaRPr>
          </a:p>
        </p:txBody>
      </p:sp>
    </p:spTree>
  </p:cSld>
</p:notes>
</file>

<file path=ppt/notesSlides/notesSlide1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77" name="PlaceHolder 1"/>
          <p:cNvSpPr>
            <a:spLocks noGrp="1"/>
          </p:cNvSpPr>
          <p:nvPr>
            <p:ph type="sldImg"/>
          </p:nvPr>
        </p:nvSpPr>
        <p:spPr>
          <a:xfrm>
            <a:off x="685800" y="1143000"/>
            <a:ext cx="5484240" cy="3084120"/>
          </a:xfrm>
          <a:prstGeom prst="rect">
            <a:avLst/>
          </a:prstGeom>
          <a:ln w="0">
            <a:noFill/>
          </a:ln>
        </p:spPr>
      </p:sp>
      <p:sp>
        <p:nvSpPr>
          <p:cNvPr id="278" name="PlaceHolder 2"/>
          <p:cNvSpPr>
            <a:spLocks noGrp="1"/>
          </p:cNvSpPr>
          <p:nvPr>
            <p:ph type="body"/>
          </p:nvPr>
        </p:nvSpPr>
        <p:spPr>
          <a:xfrm>
            <a:off x="685800" y="4400640"/>
            <a:ext cx="5484240" cy="3598200"/>
          </a:xfrm>
          <a:prstGeom prst="rect">
            <a:avLst/>
          </a:prstGeom>
          <a:noFill/>
          <a:ln w="0">
            <a:noFill/>
          </a:ln>
        </p:spPr>
        <p:txBody>
          <a:bodyPr lIns="0" rIns="0" tIns="0" bIns="0" anchor="t">
            <a:noAutofit/>
          </a:bodyPr>
          <a:p>
            <a:endParaRPr b="0" lang="fr-FR" sz="2000" spc="-1" strike="noStrike">
              <a:latin typeface="Arial"/>
            </a:endParaRPr>
          </a:p>
        </p:txBody>
      </p:sp>
      <p:sp>
        <p:nvSpPr>
          <p:cNvPr id="279" name="PlaceHolder 3"/>
          <p:cNvSpPr>
            <a:spLocks noGrp="1"/>
          </p:cNvSpPr>
          <p:nvPr>
            <p:ph type="sldNum" idx="16"/>
          </p:nvPr>
        </p:nvSpPr>
        <p:spPr>
          <a:xfrm>
            <a:off x="3884760" y="8685360"/>
            <a:ext cx="2969640" cy="456480"/>
          </a:xfrm>
          <a:prstGeom prst="rect">
            <a:avLst/>
          </a:prstGeom>
          <a:noFill/>
          <a:ln w="0">
            <a:noFill/>
          </a:ln>
        </p:spPr>
        <p:txBody>
          <a:bodyPr lIns="0" rIns="0" tIns="0" bIns="0" anchor="b">
            <a:noAutofit/>
          </a:bodyPr>
          <a:lstStyle>
            <a:lvl1pPr algn="r">
              <a:lnSpc>
                <a:spcPct val="100000"/>
              </a:lnSpc>
              <a:buNone/>
              <a:tabLst>
                <a:tab algn="l" pos="0"/>
              </a:tabLst>
              <a:defRPr b="0" lang="fr-FR" sz="1200" spc="-1" strike="noStrike">
                <a:solidFill>
                  <a:srgbClr val="000000"/>
                </a:solidFill>
                <a:latin typeface="+mn-lt"/>
                <a:ea typeface="+mn-ea"/>
              </a:defRPr>
            </a:lvl1pPr>
          </a:lstStyle>
          <a:p>
            <a:pPr algn="r">
              <a:lnSpc>
                <a:spcPct val="100000"/>
              </a:lnSpc>
              <a:buNone/>
              <a:tabLst>
                <a:tab algn="l" pos="0"/>
              </a:tabLst>
            </a:pPr>
            <a:fld id="{F3422E48-BCE2-4EDD-9D4A-7B35F6C4EB51}" type="slidenum">
              <a:rPr b="0" lang="fr-FR" sz="1200" spc="-1" strike="noStrike">
                <a:solidFill>
                  <a:srgbClr val="000000"/>
                </a:solidFill>
                <a:latin typeface="+mn-lt"/>
                <a:ea typeface="+mn-ea"/>
              </a:rPr>
              <a:t>2</a:t>
            </a:fld>
            <a:endParaRPr b="0" lang="fr-FR" sz="1200" spc="-1" strike="noStrike">
              <a:latin typeface="Times New Roman"/>
            </a:endParaRPr>
          </a:p>
        </p:txBody>
      </p:sp>
    </p:spTree>
  </p:cSld>
</p:notes>
</file>

<file path=ppt/notesSlides/notesSlide1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80" name="PlaceHolder 1"/>
          <p:cNvSpPr>
            <a:spLocks noGrp="1"/>
          </p:cNvSpPr>
          <p:nvPr>
            <p:ph type="sldImg"/>
          </p:nvPr>
        </p:nvSpPr>
        <p:spPr>
          <a:xfrm>
            <a:off x="685800" y="1143000"/>
            <a:ext cx="5484240" cy="3084120"/>
          </a:xfrm>
          <a:prstGeom prst="rect">
            <a:avLst/>
          </a:prstGeom>
          <a:ln w="0">
            <a:noFill/>
          </a:ln>
        </p:spPr>
      </p:sp>
      <p:sp>
        <p:nvSpPr>
          <p:cNvPr id="281" name="PlaceHolder 2"/>
          <p:cNvSpPr>
            <a:spLocks noGrp="1"/>
          </p:cNvSpPr>
          <p:nvPr>
            <p:ph type="body"/>
          </p:nvPr>
        </p:nvSpPr>
        <p:spPr>
          <a:xfrm>
            <a:off x="685800" y="4400640"/>
            <a:ext cx="5484240" cy="3598200"/>
          </a:xfrm>
          <a:prstGeom prst="rect">
            <a:avLst/>
          </a:prstGeom>
          <a:noFill/>
          <a:ln w="0">
            <a:noFill/>
          </a:ln>
        </p:spPr>
        <p:txBody>
          <a:bodyPr lIns="0" rIns="0" tIns="0" bIns="0" anchor="t">
            <a:noAutofit/>
          </a:bodyPr>
          <a:p>
            <a:endParaRPr b="0" lang="fr-FR" sz="2000" spc="-1" strike="noStrike">
              <a:latin typeface="Arial"/>
            </a:endParaRPr>
          </a:p>
        </p:txBody>
      </p:sp>
      <p:sp>
        <p:nvSpPr>
          <p:cNvPr id="282" name="PlaceHolder 3"/>
          <p:cNvSpPr>
            <a:spLocks noGrp="1"/>
          </p:cNvSpPr>
          <p:nvPr>
            <p:ph type="sldNum" idx="17"/>
          </p:nvPr>
        </p:nvSpPr>
        <p:spPr>
          <a:xfrm>
            <a:off x="3884760" y="8685360"/>
            <a:ext cx="2969640" cy="456480"/>
          </a:xfrm>
          <a:prstGeom prst="rect">
            <a:avLst/>
          </a:prstGeom>
          <a:noFill/>
          <a:ln w="0">
            <a:noFill/>
          </a:ln>
        </p:spPr>
        <p:txBody>
          <a:bodyPr lIns="0" rIns="0" tIns="0" bIns="0" anchor="b">
            <a:noAutofit/>
          </a:bodyPr>
          <a:lstStyle>
            <a:lvl1pPr algn="r">
              <a:lnSpc>
                <a:spcPct val="100000"/>
              </a:lnSpc>
              <a:buNone/>
              <a:tabLst>
                <a:tab algn="l" pos="0"/>
              </a:tabLst>
              <a:defRPr b="0" lang="fr-FR" sz="1200" spc="-1" strike="noStrike">
                <a:solidFill>
                  <a:srgbClr val="000000"/>
                </a:solidFill>
                <a:latin typeface="+mn-lt"/>
                <a:ea typeface="+mn-ea"/>
              </a:defRPr>
            </a:lvl1pPr>
          </a:lstStyle>
          <a:p>
            <a:pPr algn="r">
              <a:lnSpc>
                <a:spcPct val="100000"/>
              </a:lnSpc>
              <a:buNone/>
              <a:tabLst>
                <a:tab algn="l" pos="0"/>
              </a:tabLst>
            </a:pPr>
            <a:fld id="{C27A4ED5-7ED6-4B60-9691-20E11F43492B}" type="slidenum">
              <a:rPr b="0" lang="fr-FR" sz="1200" spc="-1" strike="noStrike">
                <a:solidFill>
                  <a:srgbClr val="000000"/>
                </a:solidFill>
                <a:latin typeface="+mn-lt"/>
                <a:ea typeface="+mn-ea"/>
              </a:rPr>
              <a:t>2</a:t>
            </a:fld>
            <a:endParaRPr b="0" lang="fr-FR" sz="1200" spc="-1" strike="noStrike">
              <a:latin typeface="Times New Roman"/>
            </a:endParaRPr>
          </a:p>
        </p:txBody>
      </p:sp>
    </p:spTree>
  </p:cSld>
</p:notes>
</file>

<file path=ppt/notesSlides/notesSlide1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83" name="PlaceHolder 1"/>
          <p:cNvSpPr>
            <a:spLocks noGrp="1"/>
          </p:cNvSpPr>
          <p:nvPr>
            <p:ph type="sldImg"/>
          </p:nvPr>
        </p:nvSpPr>
        <p:spPr>
          <a:xfrm>
            <a:off x="685800" y="1143000"/>
            <a:ext cx="5484240" cy="3084120"/>
          </a:xfrm>
          <a:prstGeom prst="rect">
            <a:avLst/>
          </a:prstGeom>
          <a:ln w="0">
            <a:noFill/>
          </a:ln>
        </p:spPr>
      </p:sp>
      <p:sp>
        <p:nvSpPr>
          <p:cNvPr id="284" name="PlaceHolder 2"/>
          <p:cNvSpPr>
            <a:spLocks noGrp="1"/>
          </p:cNvSpPr>
          <p:nvPr>
            <p:ph type="body"/>
          </p:nvPr>
        </p:nvSpPr>
        <p:spPr>
          <a:xfrm>
            <a:off x="685800" y="4400640"/>
            <a:ext cx="5484240" cy="3598200"/>
          </a:xfrm>
          <a:prstGeom prst="rect">
            <a:avLst/>
          </a:prstGeom>
          <a:noFill/>
          <a:ln w="0">
            <a:noFill/>
          </a:ln>
        </p:spPr>
        <p:txBody>
          <a:bodyPr lIns="0" rIns="0" tIns="0" bIns="0" anchor="t">
            <a:noAutofit/>
          </a:bodyPr>
          <a:p>
            <a:endParaRPr b="0" lang="fr-FR" sz="2000" spc="-1" strike="noStrike">
              <a:latin typeface="Arial"/>
            </a:endParaRPr>
          </a:p>
        </p:txBody>
      </p:sp>
      <p:sp>
        <p:nvSpPr>
          <p:cNvPr id="285" name="PlaceHolder 3"/>
          <p:cNvSpPr>
            <a:spLocks noGrp="1"/>
          </p:cNvSpPr>
          <p:nvPr>
            <p:ph type="sldNum" idx="18"/>
          </p:nvPr>
        </p:nvSpPr>
        <p:spPr>
          <a:xfrm>
            <a:off x="3884760" y="8685360"/>
            <a:ext cx="2969640" cy="456480"/>
          </a:xfrm>
          <a:prstGeom prst="rect">
            <a:avLst/>
          </a:prstGeom>
          <a:noFill/>
          <a:ln w="0">
            <a:noFill/>
          </a:ln>
        </p:spPr>
        <p:txBody>
          <a:bodyPr lIns="0" rIns="0" tIns="0" bIns="0" anchor="b">
            <a:noAutofit/>
          </a:bodyPr>
          <a:lstStyle>
            <a:lvl1pPr algn="r">
              <a:lnSpc>
                <a:spcPct val="100000"/>
              </a:lnSpc>
              <a:buNone/>
              <a:tabLst>
                <a:tab algn="l" pos="0"/>
              </a:tabLst>
              <a:defRPr b="0" lang="fr-FR" sz="1200" spc="-1" strike="noStrike">
                <a:solidFill>
                  <a:srgbClr val="000000"/>
                </a:solidFill>
                <a:latin typeface="+mn-lt"/>
                <a:ea typeface="+mn-ea"/>
              </a:defRPr>
            </a:lvl1pPr>
          </a:lstStyle>
          <a:p>
            <a:pPr algn="r">
              <a:lnSpc>
                <a:spcPct val="100000"/>
              </a:lnSpc>
              <a:buNone/>
              <a:tabLst>
                <a:tab algn="l" pos="0"/>
              </a:tabLst>
            </a:pPr>
            <a:fld id="{DDBA2BEE-D34E-42DE-807E-A85DDBA5C554}" type="slidenum">
              <a:rPr b="0" lang="fr-FR" sz="1200" spc="-1" strike="noStrike">
                <a:solidFill>
                  <a:srgbClr val="000000"/>
                </a:solidFill>
                <a:latin typeface="+mn-lt"/>
                <a:ea typeface="+mn-ea"/>
              </a:rPr>
              <a:t>2</a:t>
            </a:fld>
            <a:endParaRPr b="0" lang="fr-FR" sz="1200" spc="-1" strike="noStrike">
              <a:latin typeface="Times New Roman"/>
            </a:endParaRPr>
          </a:p>
        </p:txBody>
      </p:sp>
    </p:spTree>
  </p:cSld>
</p:notes>
</file>

<file path=ppt/notesSlides/notesSlide1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86" name="PlaceHolder 1"/>
          <p:cNvSpPr>
            <a:spLocks noGrp="1"/>
          </p:cNvSpPr>
          <p:nvPr>
            <p:ph type="sldImg"/>
          </p:nvPr>
        </p:nvSpPr>
        <p:spPr>
          <a:xfrm>
            <a:off x="685800" y="1143000"/>
            <a:ext cx="5484240" cy="3084120"/>
          </a:xfrm>
          <a:prstGeom prst="rect">
            <a:avLst/>
          </a:prstGeom>
          <a:ln w="0">
            <a:noFill/>
          </a:ln>
        </p:spPr>
      </p:sp>
      <p:sp>
        <p:nvSpPr>
          <p:cNvPr id="287" name="PlaceHolder 2"/>
          <p:cNvSpPr>
            <a:spLocks noGrp="1"/>
          </p:cNvSpPr>
          <p:nvPr>
            <p:ph type="body"/>
          </p:nvPr>
        </p:nvSpPr>
        <p:spPr>
          <a:xfrm>
            <a:off x="685800" y="4400640"/>
            <a:ext cx="5484240" cy="3598200"/>
          </a:xfrm>
          <a:prstGeom prst="rect">
            <a:avLst/>
          </a:prstGeom>
          <a:noFill/>
          <a:ln w="0">
            <a:noFill/>
          </a:ln>
        </p:spPr>
        <p:txBody>
          <a:bodyPr lIns="0" rIns="0" tIns="0" bIns="0" anchor="t">
            <a:noAutofit/>
          </a:bodyPr>
          <a:p>
            <a:endParaRPr b="0" lang="fr-FR" sz="2000" spc="-1" strike="noStrike">
              <a:latin typeface="Arial"/>
            </a:endParaRPr>
          </a:p>
        </p:txBody>
      </p:sp>
      <p:sp>
        <p:nvSpPr>
          <p:cNvPr id="288" name="PlaceHolder 3"/>
          <p:cNvSpPr>
            <a:spLocks noGrp="1"/>
          </p:cNvSpPr>
          <p:nvPr>
            <p:ph type="sldNum" idx="19"/>
          </p:nvPr>
        </p:nvSpPr>
        <p:spPr>
          <a:xfrm>
            <a:off x="3884760" y="8685360"/>
            <a:ext cx="2969640" cy="456480"/>
          </a:xfrm>
          <a:prstGeom prst="rect">
            <a:avLst/>
          </a:prstGeom>
          <a:noFill/>
          <a:ln w="0">
            <a:noFill/>
          </a:ln>
        </p:spPr>
        <p:txBody>
          <a:bodyPr lIns="0" rIns="0" tIns="0" bIns="0" anchor="b">
            <a:noAutofit/>
          </a:bodyPr>
          <a:lstStyle>
            <a:lvl1pPr algn="r">
              <a:lnSpc>
                <a:spcPct val="100000"/>
              </a:lnSpc>
              <a:buNone/>
              <a:tabLst>
                <a:tab algn="l" pos="0"/>
              </a:tabLst>
              <a:defRPr b="0" lang="fr-FR" sz="1200" spc="-1" strike="noStrike">
                <a:solidFill>
                  <a:srgbClr val="000000"/>
                </a:solidFill>
                <a:latin typeface="+mn-lt"/>
                <a:ea typeface="+mn-ea"/>
              </a:defRPr>
            </a:lvl1pPr>
          </a:lstStyle>
          <a:p>
            <a:pPr algn="r">
              <a:lnSpc>
                <a:spcPct val="100000"/>
              </a:lnSpc>
              <a:buNone/>
              <a:tabLst>
                <a:tab algn="l" pos="0"/>
              </a:tabLst>
            </a:pPr>
            <a:fld id="{BC1CB6AE-C9DA-4339-BA67-161DDF12B61F}" type="slidenum">
              <a:rPr b="0" lang="fr-FR" sz="1200" spc="-1" strike="noStrike">
                <a:solidFill>
                  <a:srgbClr val="000000"/>
                </a:solidFill>
                <a:latin typeface="+mn-lt"/>
                <a:ea typeface="+mn-ea"/>
              </a:rPr>
              <a:t>2</a:t>
            </a:fld>
            <a:endParaRPr b="0" lang="fr-FR" sz="1200" spc="-1" strike="noStrike">
              <a:latin typeface="Times New Roman"/>
            </a:endParaRPr>
          </a:p>
        </p:txBody>
      </p:sp>
    </p:spTree>
  </p:cSld>
</p:notes>
</file>

<file path=ppt/notesSlides/notesSlide1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89" name="PlaceHolder 1"/>
          <p:cNvSpPr>
            <a:spLocks noGrp="1"/>
          </p:cNvSpPr>
          <p:nvPr>
            <p:ph type="sldImg"/>
          </p:nvPr>
        </p:nvSpPr>
        <p:spPr>
          <a:xfrm>
            <a:off x="685800" y="1143000"/>
            <a:ext cx="5484240" cy="3084120"/>
          </a:xfrm>
          <a:prstGeom prst="rect">
            <a:avLst/>
          </a:prstGeom>
          <a:ln w="0">
            <a:noFill/>
          </a:ln>
        </p:spPr>
      </p:sp>
      <p:sp>
        <p:nvSpPr>
          <p:cNvPr id="290" name="PlaceHolder 2"/>
          <p:cNvSpPr>
            <a:spLocks noGrp="1"/>
          </p:cNvSpPr>
          <p:nvPr>
            <p:ph type="body"/>
          </p:nvPr>
        </p:nvSpPr>
        <p:spPr>
          <a:xfrm>
            <a:off x="685800" y="4400640"/>
            <a:ext cx="5484240" cy="3598200"/>
          </a:xfrm>
          <a:prstGeom prst="rect">
            <a:avLst/>
          </a:prstGeom>
          <a:noFill/>
          <a:ln w="0">
            <a:noFill/>
          </a:ln>
        </p:spPr>
        <p:txBody>
          <a:bodyPr lIns="0" rIns="0" tIns="0" bIns="0" anchor="t">
            <a:noAutofit/>
          </a:bodyPr>
          <a:p>
            <a:endParaRPr b="0" lang="fr-FR" sz="2000" spc="-1" strike="noStrike">
              <a:latin typeface="Arial"/>
            </a:endParaRPr>
          </a:p>
        </p:txBody>
      </p:sp>
      <p:sp>
        <p:nvSpPr>
          <p:cNvPr id="291" name="PlaceHolder 3"/>
          <p:cNvSpPr>
            <a:spLocks noGrp="1"/>
          </p:cNvSpPr>
          <p:nvPr>
            <p:ph type="sldNum" idx="20"/>
          </p:nvPr>
        </p:nvSpPr>
        <p:spPr>
          <a:xfrm>
            <a:off x="3884760" y="8685360"/>
            <a:ext cx="2969640" cy="456480"/>
          </a:xfrm>
          <a:prstGeom prst="rect">
            <a:avLst/>
          </a:prstGeom>
          <a:noFill/>
          <a:ln w="0">
            <a:noFill/>
          </a:ln>
        </p:spPr>
        <p:txBody>
          <a:bodyPr lIns="0" rIns="0" tIns="0" bIns="0" anchor="b">
            <a:noAutofit/>
          </a:bodyPr>
          <a:lstStyle>
            <a:lvl1pPr algn="r">
              <a:lnSpc>
                <a:spcPct val="100000"/>
              </a:lnSpc>
              <a:buNone/>
              <a:tabLst>
                <a:tab algn="l" pos="0"/>
              </a:tabLst>
              <a:defRPr b="0" lang="fr-FR" sz="1200" spc="-1" strike="noStrike">
                <a:solidFill>
                  <a:srgbClr val="000000"/>
                </a:solidFill>
                <a:latin typeface="+mn-lt"/>
                <a:ea typeface="+mn-ea"/>
              </a:defRPr>
            </a:lvl1pPr>
          </a:lstStyle>
          <a:p>
            <a:pPr algn="r">
              <a:lnSpc>
                <a:spcPct val="100000"/>
              </a:lnSpc>
              <a:buNone/>
              <a:tabLst>
                <a:tab algn="l" pos="0"/>
              </a:tabLst>
            </a:pPr>
            <a:fld id="{B154209D-6449-4AA2-ACF3-D0397D5D1178}" type="slidenum">
              <a:rPr b="0" lang="fr-FR" sz="1200" spc="-1" strike="noStrike">
                <a:solidFill>
                  <a:srgbClr val="000000"/>
                </a:solidFill>
                <a:latin typeface="+mn-lt"/>
                <a:ea typeface="+mn-ea"/>
              </a:rPr>
              <a:t>2</a:t>
            </a:fld>
            <a:endParaRPr b="0" lang="fr-FR" sz="1200" spc="-1" strike="noStrike">
              <a:latin typeface="Times New Roman"/>
            </a:endParaRPr>
          </a:p>
        </p:txBody>
      </p:sp>
    </p:spTree>
  </p:cSld>
</p:notes>
</file>

<file path=ppt/notesSlides/notesSlide1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92" name="PlaceHolder 1"/>
          <p:cNvSpPr>
            <a:spLocks noGrp="1"/>
          </p:cNvSpPr>
          <p:nvPr>
            <p:ph type="sldImg"/>
          </p:nvPr>
        </p:nvSpPr>
        <p:spPr>
          <a:xfrm>
            <a:off x="685800" y="1143000"/>
            <a:ext cx="5484240" cy="3084120"/>
          </a:xfrm>
          <a:prstGeom prst="rect">
            <a:avLst/>
          </a:prstGeom>
          <a:ln w="0">
            <a:noFill/>
          </a:ln>
        </p:spPr>
      </p:sp>
      <p:sp>
        <p:nvSpPr>
          <p:cNvPr id="293" name="PlaceHolder 2"/>
          <p:cNvSpPr>
            <a:spLocks noGrp="1"/>
          </p:cNvSpPr>
          <p:nvPr>
            <p:ph type="body"/>
          </p:nvPr>
        </p:nvSpPr>
        <p:spPr>
          <a:xfrm>
            <a:off x="685800" y="4400640"/>
            <a:ext cx="5484240" cy="3598200"/>
          </a:xfrm>
          <a:prstGeom prst="rect">
            <a:avLst/>
          </a:prstGeom>
          <a:noFill/>
          <a:ln w="0">
            <a:noFill/>
          </a:ln>
        </p:spPr>
        <p:txBody>
          <a:bodyPr lIns="0" rIns="0" tIns="0" bIns="0" anchor="t">
            <a:noAutofit/>
          </a:bodyPr>
          <a:p>
            <a:endParaRPr b="0" lang="fr-FR" sz="2000" spc="-1" strike="noStrike">
              <a:latin typeface="Arial"/>
            </a:endParaRPr>
          </a:p>
        </p:txBody>
      </p:sp>
      <p:sp>
        <p:nvSpPr>
          <p:cNvPr id="294" name="PlaceHolder 3"/>
          <p:cNvSpPr>
            <a:spLocks noGrp="1"/>
          </p:cNvSpPr>
          <p:nvPr>
            <p:ph type="sldNum" idx="21"/>
          </p:nvPr>
        </p:nvSpPr>
        <p:spPr>
          <a:xfrm>
            <a:off x="3884760" y="8685360"/>
            <a:ext cx="2969640" cy="456480"/>
          </a:xfrm>
          <a:prstGeom prst="rect">
            <a:avLst/>
          </a:prstGeom>
          <a:noFill/>
          <a:ln w="0">
            <a:noFill/>
          </a:ln>
        </p:spPr>
        <p:txBody>
          <a:bodyPr lIns="0" rIns="0" tIns="0" bIns="0" anchor="b">
            <a:noAutofit/>
          </a:bodyPr>
          <a:lstStyle>
            <a:lvl1pPr algn="r">
              <a:lnSpc>
                <a:spcPct val="100000"/>
              </a:lnSpc>
              <a:buNone/>
              <a:tabLst>
                <a:tab algn="l" pos="0"/>
              </a:tabLst>
              <a:defRPr b="0" lang="fr-FR" sz="1200" spc="-1" strike="noStrike">
                <a:solidFill>
                  <a:srgbClr val="000000"/>
                </a:solidFill>
                <a:latin typeface="+mn-lt"/>
                <a:ea typeface="+mn-ea"/>
              </a:defRPr>
            </a:lvl1pPr>
          </a:lstStyle>
          <a:p>
            <a:pPr algn="r">
              <a:lnSpc>
                <a:spcPct val="100000"/>
              </a:lnSpc>
              <a:buNone/>
              <a:tabLst>
                <a:tab algn="l" pos="0"/>
              </a:tabLst>
            </a:pPr>
            <a:fld id="{C3F716EF-F67A-43E7-A425-C9C7CE6A1EAA}" type="slidenum">
              <a:rPr b="0" lang="fr-FR" sz="1200" spc="-1" strike="noStrike">
                <a:solidFill>
                  <a:srgbClr val="000000"/>
                </a:solidFill>
                <a:latin typeface="+mn-lt"/>
                <a:ea typeface="+mn-ea"/>
              </a:rPr>
              <a:t>2</a:t>
            </a:fld>
            <a:endParaRPr b="0" lang="fr-FR" sz="1200" spc="-1" strike="noStrike">
              <a:latin typeface="Times New Roman"/>
            </a:endParaRPr>
          </a:p>
        </p:txBody>
      </p:sp>
    </p:spTree>
  </p:cSld>
</p:notes>
</file>

<file path=ppt/notesSlides/notesSlide1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95" name="PlaceHolder 1"/>
          <p:cNvSpPr>
            <a:spLocks noGrp="1"/>
          </p:cNvSpPr>
          <p:nvPr>
            <p:ph type="sldImg"/>
          </p:nvPr>
        </p:nvSpPr>
        <p:spPr>
          <a:xfrm>
            <a:off x="685800" y="1143000"/>
            <a:ext cx="5484240" cy="3084120"/>
          </a:xfrm>
          <a:prstGeom prst="rect">
            <a:avLst/>
          </a:prstGeom>
          <a:ln w="0">
            <a:noFill/>
          </a:ln>
        </p:spPr>
      </p:sp>
      <p:sp>
        <p:nvSpPr>
          <p:cNvPr id="296" name="PlaceHolder 2"/>
          <p:cNvSpPr>
            <a:spLocks noGrp="1"/>
          </p:cNvSpPr>
          <p:nvPr>
            <p:ph type="body"/>
          </p:nvPr>
        </p:nvSpPr>
        <p:spPr>
          <a:xfrm>
            <a:off x="685800" y="4400640"/>
            <a:ext cx="5484240" cy="3598200"/>
          </a:xfrm>
          <a:prstGeom prst="rect">
            <a:avLst/>
          </a:prstGeom>
          <a:noFill/>
          <a:ln w="0">
            <a:noFill/>
          </a:ln>
        </p:spPr>
        <p:txBody>
          <a:bodyPr lIns="0" rIns="0" tIns="0" bIns="0" anchor="t">
            <a:noAutofit/>
          </a:bodyPr>
          <a:p>
            <a:endParaRPr b="0" lang="fr-FR" sz="2000" spc="-1" strike="noStrike">
              <a:latin typeface="Arial"/>
            </a:endParaRPr>
          </a:p>
        </p:txBody>
      </p:sp>
      <p:sp>
        <p:nvSpPr>
          <p:cNvPr id="297" name="PlaceHolder 3"/>
          <p:cNvSpPr>
            <a:spLocks noGrp="1"/>
          </p:cNvSpPr>
          <p:nvPr>
            <p:ph type="sldNum" idx="22"/>
          </p:nvPr>
        </p:nvSpPr>
        <p:spPr>
          <a:xfrm>
            <a:off x="3884760" y="8685360"/>
            <a:ext cx="2969640" cy="456480"/>
          </a:xfrm>
          <a:prstGeom prst="rect">
            <a:avLst/>
          </a:prstGeom>
          <a:noFill/>
          <a:ln w="0">
            <a:noFill/>
          </a:ln>
        </p:spPr>
        <p:txBody>
          <a:bodyPr lIns="0" rIns="0" tIns="0" bIns="0" anchor="b">
            <a:noAutofit/>
          </a:bodyPr>
          <a:lstStyle>
            <a:lvl1pPr algn="r">
              <a:lnSpc>
                <a:spcPct val="100000"/>
              </a:lnSpc>
              <a:buNone/>
              <a:tabLst>
                <a:tab algn="l" pos="0"/>
              </a:tabLst>
              <a:defRPr b="0" lang="fr-FR" sz="1200" spc="-1" strike="noStrike">
                <a:solidFill>
                  <a:srgbClr val="000000"/>
                </a:solidFill>
                <a:latin typeface="+mn-lt"/>
                <a:ea typeface="+mn-ea"/>
              </a:defRPr>
            </a:lvl1pPr>
          </a:lstStyle>
          <a:p>
            <a:pPr algn="r">
              <a:lnSpc>
                <a:spcPct val="100000"/>
              </a:lnSpc>
              <a:buNone/>
              <a:tabLst>
                <a:tab algn="l" pos="0"/>
              </a:tabLst>
            </a:pPr>
            <a:fld id="{9C1C108D-5654-4F34-8FA7-2595B2BC8EEF}" type="slidenum">
              <a:rPr b="0" lang="fr-FR" sz="1200" spc="-1" strike="noStrike">
                <a:solidFill>
                  <a:srgbClr val="000000"/>
                </a:solidFill>
                <a:latin typeface="+mn-lt"/>
                <a:ea typeface="+mn-ea"/>
              </a:rPr>
              <a:t>&lt;number&gt;</a:t>
            </a:fld>
            <a:endParaRPr b="0" lang="fr-FR" sz="1200" spc="-1" strike="noStrike">
              <a:latin typeface="Times New Roman"/>
            </a:endParaRPr>
          </a:p>
        </p:txBody>
      </p:sp>
    </p:spTree>
  </p:cSld>
</p:notes>
</file>

<file path=ppt/notesSlides/notesSlide2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98" name="PlaceHolder 1"/>
          <p:cNvSpPr>
            <a:spLocks noGrp="1"/>
          </p:cNvSpPr>
          <p:nvPr>
            <p:ph type="sldImg"/>
          </p:nvPr>
        </p:nvSpPr>
        <p:spPr>
          <a:xfrm>
            <a:off x="685800" y="1143000"/>
            <a:ext cx="5484240" cy="3084120"/>
          </a:xfrm>
          <a:prstGeom prst="rect">
            <a:avLst/>
          </a:prstGeom>
          <a:ln w="0">
            <a:noFill/>
          </a:ln>
        </p:spPr>
      </p:sp>
      <p:sp>
        <p:nvSpPr>
          <p:cNvPr id="299" name="PlaceHolder 2"/>
          <p:cNvSpPr>
            <a:spLocks noGrp="1"/>
          </p:cNvSpPr>
          <p:nvPr>
            <p:ph type="body"/>
          </p:nvPr>
        </p:nvSpPr>
        <p:spPr>
          <a:xfrm>
            <a:off x="685800" y="4400640"/>
            <a:ext cx="5484240" cy="3598200"/>
          </a:xfrm>
          <a:prstGeom prst="rect">
            <a:avLst/>
          </a:prstGeom>
          <a:noFill/>
          <a:ln w="0">
            <a:noFill/>
          </a:ln>
        </p:spPr>
        <p:txBody>
          <a:bodyPr lIns="0" rIns="0" tIns="0" bIns="0" anchor="t">
            <a:noAutofit/>
          </a:bodyPr>
          <a:p>
            <a:endParaRPr b="0" lang="fr-FR" sz="2000" spc="-1" strike="noStrike">
              <a:latin typeface="Arial"/>
            </a:endParaRPr>
          </a:p>
        </p:txBody>
      </p:sp>
      <p:sp>
        <p:nvSpPr>
          <p:cNvPr id="300" name="PlaceHolder 3"/>
          <p:cNvSpPr>
            <a:spLocks noGrp="1"/>
          </p:cNvSpPr>
          <p:nvPr>
            <p:ph type="sldNum" idx="23"/>
          </p:nvPr>
        </p:nvSpPr>
        <p:spPr>
          <a:xfrm>
            <a:off x="3884760" y="8685360"/>
            <a:ext cx="2969640" cy="456480"/>
          </a:xfrm>
          <a:prstGeom prst="rect">
            <a:avLst/>
          </a:prstGeom>
          <a:noFill/>
          <a:ln w="0">
            <a:noFill/>
          </a:ln>
        </p:spPr>
        <p:txBody>
          <a:bodyPr lIns="0" rIns="0" tIns="0" bIns="0" anchor="b">
            <a:noAutofit/>
          </a:bodyPr>
          <a:lstStyle>
            <a:lvl1pPr algn="r">
              <a:lnSpc>
                <a:spcPct val="100000"/>
              </a:lnSpc>
              <a:buNone/>
              <a:tabLst>
                <a:tab algn="l" pos="0"/>
              </a:tabLst>
              <a:defRPr b="0" lang="fr-FR" sz="1200" spc="-1" strike="noStrike">
                <a:solidFill>
                  <a:srgbClr val="000000"/>
                </a:solidFill>
                <a:latin typeface="+mn-lt"/>
                <a:ea typeface="+mn-ea"/>
              </a:defRPr>
            </a:lvl1pPr>
          </a:lstStyle>
          <a:p>
            <a:pPr algn="r">
              <a:lnSpc>
                <a:spcPct val="100000"/>
              </a:lnSpc>
              <a:buNone/>
              <a:tabLst>
                <a:tab algn="l" pos="0"/>
              </a:tabLst>
            </a:pPr>
            <a:fld id="{73621275-AB88-46BB-821A-337C56E3C94C}" type="slidenum">
              <a:rPr b="0" lang="fr-FR" sz="1200" spc="-1" strike="noStrike">
                <a:solidFill>
                  <a:srgbClr val="000000"/>
                </a:solidFill>
                <a:latin typeface="+mn-lt"/>
                <a:ea typeface="+mn-ea"/>
              </a:rPr>
              <a:t>&lt;number&gt;</a:t>
            </a:fld>
            <a:endParaRPr b="0" lang="fr-FR" sz="1200" spc="-1" strike="noStrike">
              <a:latin typeface="Times New Roman"/>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3.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4.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5.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6.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7.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8.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9.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0.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1.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2.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3.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4.xml.rels><?xml version="1.0" encoding="UTF-8"?>
<Relationships xmlns="http://schemas.openxmlformats.org/package/2006/relationships"><Relationship Id="rId1" Type="http://schemas.openxmlformats.org/officeDocument/2006/relationships/slideMaster" Target="../slideMasters/slideMaster2.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2" name="PlaceHolder 1"/>
          <p:cNvSpPr>
            <a:spLocks noGrp="1"/>
          </p:cNvSpPr>
          <p:nvPr>
            <p:ph type="title"/>
          </p:nvPr>
        </p:nvSpPr>
        <p:spPr>
          <a:xfrm>
            <a:off x="457200" y="205200"/>
            <a:ext cx="8229240" cy="858600"/>
          </a:xfrm>
          <a:prstGeom prst="rect">
            <a:avLst/>
          </a:prstGeom>
          <a:noFill/>
          <a:ln w="0">
            <a:noFill/>
          </a:ln>
        </p:spPr>
        <p:txBody>
          <a:bodyPr lIns="0" rIns="0" tIns="0" bIns="0" anchor="ctr">
            <a:noAutofit/>
          </a:bodyPr>
          <a:p>
            <a:pPr algn="ctr">
              <a:buNone/>
            </a:pPr>
            <a:endParaRPr b="0" lang="fr-FR" sz="4400" spc="-1" strike="noStrike">
              <a:latin typeface="Arial"/>
            </a:endParaRPr>
          </a:p>
        </p:txBody>
      </p:sp>
      <p:sp>
        <p:nvSpPr>
          <p:cNvPr id="3" name="PlaceHolder 2"/>
          <p:cNvSpPr>
            <a:spLocks noGrp="1"/>
          </p:cNvSpPr>
          <p:nvPr>
            <p:ph type="subTitle"/>
          </p:nvPr>
        </p:nvSpPr>
        <p:spPr>
          <a:xfrm>
            <a:off x="457200" y="1203480"/>
            <a:ext cx="8229240" cy="2982960"/>
          </a:xfrm>
          <a:prstGeom prst="rect">
            <a:avLst/>
          </a:prstGeom>
          <a:noFill/>
          <a:ln w="0">
            <a:noFill/>
          </a:ln>
        </p:spPr>
        <p:txBody>
          <a:bodyPr lIns="0" rIns="0" tIns="0" bIns="0" anchor="ctr">
            <a:noAutofit/>
          </a:bodyPr>
          <a:p>
            <a:pPr algn="ctr">
              <a:buNone/>
            </a:pPr>
            <a:endParaRPr b="0" lang="fr-FR" sz="3200" spc="-1" strike="noStrike">
              <a:latin typeface="Arial"/>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4" name="PlaceHolder 1"/>
          <p:cNvSpPr>
            <a:spLocks noGrp="1"/>
          </p:cNvSpPr>
          <p:nvPr>
            <p:ph type="title"/>
          </p:nvPr>
        </p:nvSpPr>
        <p:spPr>
          <a:xfrm>
            <a:off x="457200" y="205200"/>
            <a:ext cx="8229240" cy="858600"/>
          </a:xfrm>
          <a:prstGeom prst="rect">
            <a:avLst/>
          </a:prstGeom>
          <a:noFill/>
          <a:ln w="0">
            <a:noFill/>
          </a:ln>
        </p:spPr>
        <p:txBody>
          <a:bodyPr lIns="0" rIns="0" tIns="0" bIns="0" anchor="ctr">
            <a:noAutofit/>
          </a:bodyPr>
          <a:p>
            <a:pPr algn="ctr">
              <a:buNone/>
            </a:pPr>
            <a:endParaRPr b="0" lang="fr-FR" sz="4400" spc="-1" strike="noStrike">
              <a:latin typeface="Arial"/>
            </a:endParaRPr>
          </a:p>
        </p:txBody>
      </p:sp>
      <p:sp>
        <p:nvSpPr>
          <p:cNvPr id="5" name="PlaceHolder 2"/>
          <p:cNvSpPr>
            <a:spLocks noGrp="1"/>
          </p:cNvSpPr>
          <p:nvPr>
            <p:ph/>
          </p:nvPr>
        </p:nvSpPr>
        <p:spPr>
          <a:xfrm>
            <a:off x="457200" y="1203480"/>
            <a:ext cx="8229240" cy="2982960"/>
          </a:xfrm>
          <a:prstGeom prst="rect">
            <a:avLst/>
          </a:prstGeom>
          <a:noFill/>
          <a:ln w="0">
            <a:noFill/>
          </a:ln>
        </p:spPr>
        <p:txBody>
          <a:bodyPr lIns="0" rIns="0" tIns="0" bIns="0" anchor="t">
            <a:normAutofit/>
          </a:bodyPr>
          <a:p>
            <a:endParaRPr b="0" lang="fr-FR" sz="3200" spc="-1" strike="noStrike">
              <a:latin typeface="Arial"/>
            </a:endParaRP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6" name="PlaceHolder 1"/>
          <p:cNvSpPr>
            <a:spLocks noGrp="1"/>
          </p:cNvSpPr>
          <p:nvPr>
            <p:ph type="title"/>
          </p:nvPr>
        </p:nvSpPr>
        <p:spPr>
          <a:xfrm>
            <a:off x="457200" y="205200"/>
            <a:ext cx="8229240" cy="858600"/>
          </a:xfrm>
          <a:prstGeom prst="rect">
            <a:avLst/>
          </a:prstGeom>
          <a:noFill/>
          <a:ln w="0">
            <a:noFill/>
          </a:ln>
        </p:spPr>
        <p:txBody>
          <a:bodyPr lIns="0" rIns="0" tIns="0" bIns="0" anchor="ctr">
            <a:noAutofit/>
          </a:bodyPr>
          <a:p>
            <a:pPr algn="ctr">
              <a:buNone/>
            </a:pPr>
            <a:endParaRPr b="0" lang="fr-FR" sz="4400" spc="-1" strike="noStrike">
              <a:latin typeface="Arial"/>
            </a:endParaRPr>
          </a:p>
        </p:txBody>
      </p:sp>
      <p:sp>
        <p:nvSpPr>
          <p:cNvPr id="7" name="PlaceHolder 2"/>
          <p:cNvSpPr>
            <a:spLocks noGrp="1"/>
          </p:cNvSpPr>
          <p:nvPr>
            <p:ph/>
          </p:nvPr>
        </p:nvSpPr>
        <p:spPr>
          <a:xfrm>
            <a:off x="457200" y="1203480"/>
            <a:ext cx="4015800" cy="2982960"/>
          </a:xfrm>
          <a:prstGeom prst="rect">
            <a:avLst/>
          </a:prstGeom>
          <a:noFill/>
          <a:ln w="0">
            <a:noFill/>
          </a:ln>
        </p:spPr>
        <p:txBody>
          <a:bodyPr lIns="0" rIns="0" tIns="0" bIns="0" anchor="t">
            <a:normAutofit/>
          </a:bodyPr>
          <a:p>
            <a:endParaRPr b="0" lang="fr-FR" sz="3200" spc="-1" strike="noStrike">
              <a:latin typeface="Arial"/>
            </a:endParaRPr>
          </a:p>
        </p:txBody>
      </p:sp>
      <p:sp>
        <p:nvSpPr>
          <p:cNvPr id="8" name="PlaceHolder 3"/>
          <p:cNvSpPr>
            <a:spLocks noGrp="1"/>
          </p:cNvSpPr>
          <p:nvPr>
            <p:ph/>
          </p:nvPr>
        </p:nvSpPr>
        <p:spPr>
          <a:xfrm>
            <a:off x="4674240" y="1203480"/>
            <a:ext cx="4015800" cy="2982960"/>
          </a:xfrm>
          <a:prstGeom prst="rect">
            <a:avLst/>
          </a:prstGeom>
          <a:noFill/>
          <a:ln w="0">
            <a:noFill/>
          </a:ln>
        </p:spPr>
        <p:txBody>
          <a:bodyPr lIns="0" rIns="0" tIns="0" bIns="0" anchor="t">
            <a:normAutofit/>
          </a:bodyPr>
          <a:p>
            <a:endParaRPr b="0" lang="fr-FR" sz="3200" spc="-1" strike="noStrike">
              <a:latin typeface="Arial"/>
            </a:endParaRP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9" name="PlaceHolder 1"/>
          <p:cNvSpPr>
            <a:spLocks noGrp="1"/>
          </p:cNvSpPr>
          <p:nvPr>
            <p:ph type="title"/>
          </p:nvPr>
        </p:nvSpPr>
        <p:spPr>
          <a:xfrm>
            <a:off x="457200" y="205200"/>
            <a:ext cx="8229240" cy="858600"/>
          </a:xfrm>
          <a:prstGeom prst="rect">
            <a:avLst/>
          </a:prstGeom>
          <a:noFill/>
          <a:ln w="0">
            <a:noFill/>
          </a:ln>
        </p:spPr>
        <p:txBody>
          <a:bodyPr lIns="0" rIns="0" tIns="0" bIns="0" anchor="ctr">
            <a:noAutofit/>
          </a:bodyPr>
          <a:p>
            <a:pPr algn="ctr">
              <a:buNone/>
            </a:pPr>
            <a:endParaRPr b="0" lang="fr-FR" sz="4400" spc="-1" strike="noStrike">
              <a:latin typeface="Arial"/>
            </a:endParaRP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10" name="PlaceHolder 1"/>
          <p:cNvSpPr>
            <a:spLocks noGrp="1"/>
          </p:cNvSpPr>
          <p:nvPr>
            <p:ph type="subTitle"/>
          </p:nvPr>
        </p:nvSpPr>
        <p:spPr>
          <a:xfrm>
            <a:off x="457200" y="205200"/>
            <a:ext cx="8229240" cy="3981240"/>
          </a:xfrm>
          <a:prstGeom prst="rect">
            <a:avLst/>
          </a:prstGeom>
          <a:noFill/>
          <a:ln w="0">
            <a:noFill/>
          </a:ln>
        </p:spPr>
        <p:txBody>
          <a:bodyPr lIns="0" rIns="0" tIns="0" bIns="0" anchor="ctr">
            <a:noAutofit/>
          </a:bodyPr>
          <a:p>
            <a:pPr algn="ctr">
              <a:buNone/>
            </a:pPr>
            <a:endParaRPr b="0" lang="fr-FR" sz="3200" spc="-1" strike="noStrike">
              <a:latin typeface="Arial"/>
            </a:endParaRP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11" name="PlaceHolder 1"/>
          <p:cNvSpPr>
            <a:spLocks noGrp="1"/>
          </p:cNvSpPr>
          <p:nvPr>
            <p:ph type="title"/>
          </p:nvPr>
        </p:nvSpPr>
        <p:spPr>
          <a:xfrm>
            <a:off x="457200" y="205200"/>
            <a:ext cx="8229240" cy="858600"/>
          </a:xfrm>
          <a:prstGeom prst="rect">
            <a:avLst/>
          </a:prstGeom>
          <a:noFill/>
          <a:ln w="0">
            <a:noFill/>
          </a:ln>
        </p:spPr>
        <p:txBody>
          <a:bodyPr lIns="0" rIns="0" tIns="0" bIns="0" anchor="ctr">
            <a:noAutofit/>
          </a:bodyPr>
          <a:p>
            <a:pPr algn="ctr">
              <a:buNone/>
            </a:pPr>
            <a:endParaRPr b="0" lang="fr-FR" sz="4400" spc="-1" strike="noStrike">
              <a:latin typeface="Arial"/>
            </a:endParaRPr>
          </a:p>
        </p:txBody>
      </p:sp>
      <p:sp>
        <p:nvSpPr>
          <p:cNvPr id="12" name="PlaceHolder 2"/>
          <p:cNvSpPr>
            <a:spLocks noGrp="1"/>
          </p:cNvSpPr>
          <p:nvPr>
            <p:ph/>
          </p:nvPr>
        </p:nvSpPr>
        <p:spPr>
          <a:xfrm>
            <a:off x="457200" y="1203480"/>
            <a:ext cx="4015800" cy="1422720"/>
          </a:xfrm>
          <a:prstGeom prst="rect">
            <a:avLst/>
          </a:prstGeom>
          <a:noFill/>
          <a:ln w="0">
            <a:noFill/>
          </a:ln>
        </p:spPr>
        <p:txBody>
          <a:bodyPr lIns="0" rIns="0" tIns="0" bIns="0" anchor="t">
            <a:normAutofit/>
          </a:bodyPr>
          <a:p>
            <a:endParaRPr b="0" lang="fr-FR" sz="3200" spc="-1" strike="noStrike">
              <a:latin typeface="Arial"/>
            </a:endParaRPr>
          </a:p>
        </p:txBody>
      </p:sp>
      <p:sp>
        <p:nvSpPr>
          <p:cNvPr id="13" name="PlaceHolder 3"/>
          <p:cNvSpPr>
            <a:spLocks noGrp="1"/>
          </p:cNvSpPr>
          <p:nvPr>
            <p:ph/>
          </p:nvPr>
        </p:nvSpPr>
        <p:spPr>
          <a:xfrm>
            <a:off x="4674240" y="1203480"/>
            <a:ext cx="4015800" cy="2982960"/>
          </a:xfrm>
          <a:prstGeom prst="rect">
            <a:avLst/>
          </a:prstGeom>
          <a:noFill/>
          <a:ln w="0">
            <a:noFill/>
          </a:ln>
        </p:spPr>
        <p:txBody>
          <a:bodyPr lIns="0" rIns="0" tIns="0" bIns="0" anchor="t">
            <a:normAutofit/>
          </a:bodyPr>
          <a:p>
            <a:endParaRPr b="0" lang="fr-FR" sz="3200" spc="-1" strike="noStrike">
              <a:latin typeface="Arial"/>
            </a:endParaRPr>
          </a:p>
        </p:txBody>
      </p:sp>
      <p:sp>
        <p:nvSpPr>
          <p:cNvPr id="14" name="PlaceHolder 4"/>
          <p:cNvSpPr>
            <a:spLocks noGrp="1"/>
          </p:cNvSpPr>
          <p:nvPr>
            <p:ph/>
          </p:nvPr>
        </p:nvSpPr>
        <p:spPr>
          <a:xfrm>
            <a:off x="457200" y="2761920"/>
            <a:ext cx="4015800" cy="1422720"/>
          </a:xfrm>
          <a:prstGeom prst="rect">
            <a:avLst/>
          </a:prstGeom>
          <a:noFill/>
          <a:ln w="0">
            <a:noFill/>
          </a:ln>
        </p:spPr>
        <p:txBody>
          <a:bodyPr lIns="0" rIns="0" tIns="0" bIns="0" anchor="t">
            <a:normAutofit/>
          </a:bodyPr>
          <a:p>
            <a:endParaRPr b="0" lang="fr-FR" sz="3200" spc="-1" strike="noStrike">
              <a:latin typeface="Arial"/>
            </a:endParaRP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15" name="PlaceHolder 1"/>
          <p:cNvSpPr>
            <a:spLocks noGrp="1"/>
          </p:cNvSpPr>
          <p:nvPr>
            <p:ph type="title"/>
          </p:nvPr>
        </p:nvSpPr>
        <p:spPr>
          <a:xfrm>
            <a:off x="457200" y="205200"/>
            <a:ext cx="8229240" cy="858600"/>
          </a:xfrm>
          <a:prstGeom prst="rect">
            <a:avLst/>
          </a:prstGeom>
          <a:noFill/>
          <a:ln w="0">
            <a:noFill/>
          </a:ln>
        </p:spPr>
        <p:txBody>
          <a:bodyPr lIns="0" rIns="0" tIns="0" bIns="0" anchor="ctr">
            <a:noAutofit/>
          </a:bodyPr>
          <a:p>
            <a:pPr algn="ctr">
              <a:buNone/>
            </a:pPr>
            <a:endParaRPr b="0" lang="fr-FR" sz="4400" spc="-1" strike="noStrike">
              <a:latin typeface="Arial"/>
            </a:endParaRPr>
          </a:p>
        </p:txBody>
      </p:sp>
      <p:sp>
        <p:nvSpPr>
          <p:cNvPr id="16" name="PlaceHolder 2"/>
          <p:cNvSpPr>
            <a:spLocks noGrp="1"/>
          </p:cNvSpPr>
          <p:nvPr>
            <p:ph/>
          </p:nvPr>
        </p:nvSpPr>
        <p:spPr>
          <a:xfrm>
            <a:off x="457200" y="1203480"/>
            <a:ext cx="4015800" cy="2982960"/>
          </a:xfrm>
          <a:prstGeom prst="rect">
            <a:avLst/>
          </a:prstGeom>
          <a:noFill/>
          <a:ln w="0">
            <a:noFill/>
          </a:ln>
        </p:spPr>
        <p:txBody>
          <a:bodyPr lIns="0" rIns="0" tIns="0" bIns="0" anchor="t">
            <a:normAutofit/>
          </a:bodyPr>
          <a:p>
            <a:endParaRPr b="0" lang="fr-FR" sz="3200" spc="-1" strike="noStrike">
              <a:latin typeface="Arial"/>
            </a:endParaRPr>
          </a:p>
        </p:txBody>
      </p:sp>
      <p:sp>
        <p:nvSpPr>
          <p:cNvPr id="17" name="PlaceHolder 3"/>
          <p:cNvSpPr>
            <a:spLocks noGrp="1"/>
          </p:cNvSpPr>
          <p:nvPr>
            <p:ph/>
          </p:nvPr>
        </p:nvSpPr>
        <p:spPr>
          <a:xfrm>
            <a:off x="4674240" y="1203480"/>
            <a:ext cx="4015800" cy="1422720"/>
          </a:xfrm>
          <a:prstGeom prst="rect">
            <a:avLst/>
          </a:prstGeom>
          <a:noFill/>
          <a:ln w="0">
            <a:noFill/>
          </a:ln>
        </p:spPr>
        <p:txBody>
          <a:bodyPr lIns="0" rIns="0" tIns="0" bIns="0" anchor="t">
            <a:normAutofit/>
          </a:bodyPr>
          <a:p>
            <a:endParaRPr b="0" lang="fr-FR" sz="3200" spc="-1" strike="noStrike">
              <a:latin typeface="Arial"/>
            </a:endParaRPr>
          </a:p>
        </p:txBody>
      </p:sp>
      <p:sp>
        <p:nvSpPr>
          <p:cNvPr id="18" name="PlaceHolder 4"/>
          <p:cNvSpPr>
            <a:spLocks noGrp="1"/>
          </p:cNvSpPr>
          <p:nvPr>
            <p:ph/>
          </p:nvPr>
        </p:nvSpPr>
        <p:spPr>
          <a:xfrm>
            <a:off x="4674240" y="2761920"/>
            <a:ext cx="4015800" cy="1422720"/>
          </a:xfrm>
          <a:prstGeom prst="rect">
            <a:avLst/>
          </a:prstGeom>
          <a:noFill/>
          <a:ln w="0">
            <a:noFill/>
          </a:ln>
        </p:spPr>
        <p:txBody>
          <a:bodyPr lIns="0" rIns="0" tIns="0" bIns="0" anchor="t">
            <a:normAutofit/>
          </a:bodyPr>
          <a:p>
            <a:endParaRPr b="0" lang="fr-FR" sz="3200" spc="-1" strike="noStrike">
              <a:latin typeface="Arial"/>
            </a:endParaRP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19" name="PlaceHolder 1"/>
          <p:cNvSpPr>
            <a:spLocks noGrp="1"/>
          </p:cNvSpPr>
          <p:nvPr>
            <p:ph type="title"/>
          </p:nvPr>
        </p:nvSpPr>
        <p:spPr>
          <a:xfrm>
            <a:off x="457200" y="205200"/>
            <a:ext cx="8229240" cy="858600"/>
          </a:xfrm>
          <a:prstGeom prst="rect">
            <a:avLst/>
          </a:prstGeom>
          <a:noFill/>
          <a:ln w="0">
            <a:noFill/>
          </a:ln>
        </p:spPr>
        <p:txBody>
          <a:bodyPr lIns="0" rIns="0" tIns="0" bIns="0" anchor="ctr">
            <a:noAutofit/>
          </a:bodyPr>
          <a:p>
            <a:pPr algn="ctr">
              <a:buNone/>
            </a:pPr>
            <a:endParaRPr b="0" lang="fr-FR" sz="4400" spc="-1" strike="noStrike">
              <a:latin typeface="Arial"/>
            </a:endParaRPr>
          </a:p>
        </p:txBody>
      </p:sp>
      <p:sp>
        <p:nvSpPr>
          <p:cNvPr id="20" name="PlaceHolder 2"/>
          <p:cNvSpPr>
            <a:spLocks noGrp="1"/>
          </p:cNvSpPr>
          <p:nvPr>
            <p:ph/>
          </p:nvPr>
        </p:nvSpPr>
        <p:spPr>
          <a:xfrm>
            <a:off x="457200" y="1203480"/>
            <a:ext cx="4015800" cy="1422720"/>
          </a:xfrm>
          <a:prstGeom prst="rect">
            <a:avLst/>
          </a:prstGeom>
          <a:noFill/>
          <a:ln w="0">
            <a:noFill/>
          </a:ln>
        </p:spPr>
        <p:txBody>
          <a:bodyPr lIns="0" rIns="0" tIns="0" bIns="0" anchor="t">
            <a:normAutofit/>
          </a:bodyPr>
          <a:p>
            <a:endParaRPr b="0" lang="fr-FR" sz="3200" spc="-1" strike="noStrike">
              <a:latin typeface="Arial"/>
            </a:endParaRPr>
          </a:p>
        </p:txBody>
      </p:sp>
      <p:sp>
        <p:nvSpPr>
          <p:cNvPr id="21" name="PlaceHolder 3"/>
          <p:cNvSpPr>
            <a:spLocks noGrp="1"/>
          </p:cNvSpPr>
          <p:nvPr>
            <p:ph/>
          </p:nvPr>
        </p:nvSpPr>
        <p:spPr>
          <a:xfrm>
            <a:off x="4674240" y="1203480"/>
            <a:ext cx="4015800" cy="1422720"/>
          </a:xfrm>
          <a:prstGeom prst="rect">
            <a:avLst/>
          </a:prstGeom>
          <a:noFill/>
          <a:ln w="0">
            <a:noFill/>
          </a:ln>
        </p:spPr>
        <p:txBody>
          <a:bodyPr lIns="0" rIns="0" tIns="0" bIns="0" anchor="t">
            <a:normAutofit/>
          </a:bodyPr>
          <a:p>
            <a:endParaRPr b="0" lang="fr-FR" sz="3200" spc="-1" strike="noStrike">
              <a:latin typeface="Arial"/>
            </a:endParaRPr>
          </a:p>
        </p:txBody>
      </p:sp>
      <p:sp>
        <p:nvSpPr>
          <p:cNvPr id="22" name="PlaceHolder 4"/>
          <p:cNvSpPr>
            <a:spLocks noGrp="1"/>
          </p:cNvSpPr>
          <p:nvPr>
            <p:ph/>
          </p:nvPr>
        </p:nvSpPr>
        <p:spPr>
          <a:xfrm>
            <a:off x="457200" y="2761920"/>
            <a:ext cx="8229240" cy="1422720"/>
          </a:xfrm>
          <a:prstGeom prst="rect">
            <a:avLst/>
          </a:prstGeom>
          <a:noFill/>
          <a:ln w="0">
            <a:noFill/>
          </a:ln>
        </p:spPr>
        <p:txBody>
          <a:bodyPr lIns="0" rIns="0" tIns="0" bIns="0" anchor="t">
            <a:normAutofit/>
          </a:bodyPr>
          <a:p>
            <a:endParaRPr b="0" lang="fr-FR" sz="3200" spc="-1" strike="noStrike">
              <a:latin typeface="Arial"/>
            </a:endParaRP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23" name="PlaceHolder 1"/>
          <p:cNvSpPr>
            <a:spLocks noGrp="1"/>
          </p:cNvSpPr>
          <p:nvPr>
            <p:ph type="title"/>
          </p:nvPr>
        </p:nvSpPr>
        <p:spPr>
          <a:xfrm>
            <a:off x="457200" y="205200"/>
            <a:ext cx="8229240" cy="858600"/>
          </a:xfrm>
          <a:prstGeom prst="rect">
            <a:avLst/>
          </a:prstGeom>
          <a:noFill/>
          <a:ln w="0">
            <a:noFill/>
          </a:ln>
        </p:spPr>
        <p:txBody>
          <a:bodyPr lIns="0" rIns="0" tIns="0" bIns="0" anchor="ctr">
            <a:noAutofit/>
          </a:bodyPr>
          <a:p>
            <a:pPr algn="ctr">
              <a:buNone/>
            </a:pPr>
            <a:endParaRPr b="0" lang="fr-FR" sz="4400" spc="-1" strike="noStrike">
              <a:latin typeface="Arial"/>
            </a:endParaRPr>
          </a:p>
        </p:txBody>
      </p:sp>
      <p:sp>
        <p:nvSpPr>
          <p:cNvPr id="24" name="PlaceHolder 2"/>
          <p:cNvSpPr>
            <a:spLocks noGrp="1"/>
          </p:cNvSpPr>
          <p:nvPr>
            <p:ph/>
          </p:nvPr>
        </p:nvSpPr>
        <p:spPr>
          <a:xfrm>
            <a:off x="457200" y="1203480"/>
            <a:ext cx="8229240" cy="1422720"/>
          </a:xfrm>
          <a:prstGeom prst="rect">
            <a:avLst/>
          </a:prstGeom>
          <a:noFill/>
          <a:ln w="0">
            <a:noFill/>
          </a:ln>
        </p:spPr>
        <p:txBody>
          <a:bodyPr lIns="0" rIns="0" tIns="0" bIns="0" anchor="t">
            <a:normAutofit/>
          </a:bodyPr>
          <a:p>
            <a:endParaRPr b="0" lang="fr-FR" sz="3200" spc="-1" strike="noStrike">
              <a:latin typeface="Arial"/>
            </a:endParaRPr>
          </a:p>
        </p:txBody>
      </p:sp>
      <p:sp>
        <p:nvSpPr>
          <p:cNvPr id="25" name="PlaceHolder 3"/>
          <p:cNvSpPr>
            <a:spLocks noGrp="1"/>
          </p:cNvSpPr>
          <p:nvPr>
            <p:ph/>
          </p:nvPr>
        </p:nvSpPr>
        <p:spPr>
          <a:xfrm>
            <a:off x="457200" y="2761920"/>
            <a:ext cx="8229240" cy="1422720"/>
          </a:xfrm>
          <a:prstGeom prst="rect">
            <a:avLst/>
          </a:prstGeom>
          <a:noFill/>
          <a:ln w="0">
            <a:noFill/>
          </a:ln>
        </p:spPr>
        <p:txBody>
          <a:bodyPr lIns="0" rIns="0" tIns="0" bIns="0" anchor="t">
            <a:normAutofit/>
          </a:bodyPr>
          <a:p>
            <a:endParaRPr b="0" lang="fr-FR" sz="3200" spc="-1" strike="noStrike">
              <a:latin typeface="Arial"/>
            </a:endParaRP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26" name="PlaceHolder 1"/>
          <p:cNvSpPr>
            <a:spLocks noGrp="1"/>
          </p:cNvSpPr>
          <p:nvPr>
            <p:ph type="title"/>
          </p:nvPr>
        </p:nvSpPr>
        <p:spPr>
          <a:xfrm>
            <a:off x="457200" y="205200"/>
            <a:ext cx="8229240" cy="858600"/>
          </a:xfrm>
          <a:prstGeom prst="rect">
            <a:avLst/>
          </a:prstGeom>
          <a:noFill/>
          <a:ln w="0">
            <a:noFill/>
          </a:ln>
        </p:spPr>
        <p:txBody>
          <a:bodyPr lIns="0" rIns="0" tIns="0" bIns="0" anchor="ctr">
            <a:noAutofit/>
          </a:bodyPr>
          <a:p>
            <a:pPr algn="ctr">
              <a:buNone/>
            </a:pPr>
            <a:endParaRPr b="0" lang="fr-FR" sz="4400" spc="-1" strike="noStrike">
              <a:latin typeface="Arial"/>
            </a:endParaRPr>
          </a:p>
        </p:txBody>
      </p:sp>
      <p:sp>
        <p:nvSpPr>
          <p:cNvPr id="27" name="PlaceHolder 2"/>
          <p:cNvSpPr>
            <a:spLocks noGrp="1"/>
          </p:cNvSpPr>
          <p:nvPr>
            <p:ph/>
          </p:nvPr>
        </p:nvSpPr>
        <p:spPr>
          <a:xfrm>
            <a:off x="457200" y="1203480"/>
            <a:ext cx="4015800" cy="1422720"/>
          </a:xfrm>
          <a:prstGeom prst="rect">
            <a:avLst/>
          </a:prstGeom>
          <a:noFill/>
          <a:ln w="0">
            <a:noFill/>
          </a:ln>
        </p:spPr>
        <p:txBody>
          <a:bodyPr lIns="0" rIns="0" tIns="0" bIns="0" anchor="t">
            <a:normAutofit/>
          </a:bodyPr>
          <a:p>
            <a:endParaRPr b="0" lang="fr-FR" sz="3200" spc="-1" strike="noStrike">
              <a:latin typeface="Arial"/>
            </a:endParaRPr>
          </a:p>
        </p:txBody>
      </p:sp>
      <p:sp>
        <p:nvSpPr>
          <p:cNvPr id="28" name="PlaceHolder 3"/>
          <p:cNvSpPr>
            <a:spLocks noGrp="1"/>
          </p:cNvSpPr>
          <p:nvPr>
            <p:ph/>
          </p:nvPr>
        </p:nvSpPr>
        <p:spPr>
          <a:xfrm>
            <a:off x="4674240" y="1203480"/>
            <a:ext cx="4015800" cy="1422720"/>
          </a:xfrm>
          <a:prstGeom prst="rect">
            <a:avLst/>
          </a:prstGeom>
          <a:noFill/>
          <a:ln w="0">
            <a:noFill/>
          </a:ln>
        </p:spPr>
        <p:txBody>
          <a:bodyPr lIns="0" rIns="0" tIns="0" bIns="0" anchor="t">
            <a:normAutofit/>
          </a:bodyPr>
          <a:p>
            <a:endParaRPr b="0" lang="fr-FR" sz="3200" spc="-1" strike="noStrike">
              <a:latin typeface="Arial"/>
            </a:endParaRPr>
          </a:p>
        </p:txBody>
      </p:sp>
      <p:sp>
        <p:nvSpPr>
          <p:cNvPr id="29" name="PlaceHolder 4"/>
          <p:cNvSpPr>
            <a:spLocks noGrp="1"/>
          </p:cNvSpPr>
          <p:nvPr>
            <p:ph/>
          </p:nvPr>
        </p:nvSpPr>
        <p:spPr>
          <a:xfrm>
            <a:off x="457200" y="2761920"/>
            <a:ext cx="4015800" cy="1422720"/>
          </a:xfrm>
          <a:prstGeom prst="rect">
            <a:avLst/>
          </a:prstGeom>
          <a:noFill/>
          <a:ln w="0">
            <a:noFill/>
          </a:ln>
        </p:spPr>
        <p:txBody>
          <a:bodyPr lIns="0" rIns="0" tIns="0" bIns="0" anchor="t">
            <a:normAutofit/>
          </a:bodyPr>
          <a:p>
            <a:endParaRPr b="0" lang="fr-FR" sz="3200" spc="-1" strike="noStrike">
              <a:latin typeface="Arial"/>
            </a:endParaRPr>
          </a:p>
        </p:txBody>
      </p:sp>
      <p:sp>
        <p:nvSpPr>
          <p:cNvPr id="30" name="PlaceHolder 5"/>
          <p:cNvSpPr>
            <a:spLocks noGrp="1"/>
          </p:cNvSpPr>
          <p:nvPr>
            <p:ph/>
          </p:nvPr>
        </p:nvSpPr>
        <p:spPr>
          <a:xfrm>
            <a:off x="4674240" y="2761920"/>
            <a:ext cx="4015800" cy="1422720"/>
          </a:xfrm>
          <a:prstGeom prst="rect">
            <a:avLst/>
          </a:prstGeom>
          <a:noFill/>
          <a:ln w="0">
            <a:noFill/>
          </a:ln>
        </p:spPr>
        <p:txBody>
          <a:bodyPr lIns="0" rIns="0" tIns="0" bIns="0" anchor="t">
            <a:normAutofit/>
          </a:bodyPr>
          <a:p>
            <a:endParaRPr b="0" lang="fr-FR" sz="3200" spc="-1" strike="noStrike">
              <a:latin typeface="Arial"/>
            </a:endParaRP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31" name="PlaceHolder 1"/>
          <p:cNvSpPr>
            <a:spLocks noGrp="1"/>
          </p:cNvSpPr>
          <p:nvPr>
            <p:ph type="title"/>
          </p:nvPr>
        </p:nvSpPr>
        <p:spPr>
          <a:xfrm>
            <a:off x="457200" y="205200"/>
            <a:ext cx="8229240" cy="858600"/>
          </a:xfrm>
          <a:prstGeom prst="rect">
            <a:avLst/>
          </a:prstGeom>
          <a:noFill/>
          <a:ln w="0">
            <a:noFill/>
          </a:ln>
        </p:spPr>
        <p:txBody>
          <a:bodyPr lIns="0" rIns="0" tIns="0" bIns="0" anchor="ctr">
            <a:noAutofit/>
          </a:bodyPr>
          <a:p>
            <a:pPr algn="ctr">
              <a:buNone/>
            </a:pPr>
            <a:endParaRPr b="0" lang="fr-FR" sz="4400" spc="-1" strike="noStrike">
              <a:latin typeface="Arial"/>
            </a:endParaRPr>
          </a:p>
        </p:txBody>
      </p:sp>
      <p:sp>
        <p:nvSpPr>
          <p:cNvPr id="32" name="PlaceHolder 2"/>
          <p:cNvSpPr>
            <a:spLocks noGrp="1"/>
          </p:cNvSpPr>
          <p:nvPr>
            <p:ph/>
          </p:nvPr>
        </p:nvSpPr>
        <p:spPr>
          <a:xfrm>
            <a:off x="457200" y="1203480"/>
            <a:ext cx="2649600" cy="1422720"/>
          </a:xfrm>
          <a:prstGeom prst="rect">
            <a:avLst/>
          </a:prstGeom>
          <a:noFill/>
          <a:ln w="0">
            <a:noFill/>
          </a:ln>
        </p:spPr>
        <p:txBody>
          <a:bodyPr lIns="0" rIns="0" tIns="0" bIns="0" anchor="t">
            <a:normAutofit/>
          </a:bodyPr>
          <a:p>
            <a:endParaRPr b="0" lang="fr-FR" sz="3200" spc="-1" strike="noStrike">
              <a:latin typeface="Arial"/>
            </a:endParaRPr>
          </a:p>
        </p:txBody>
      </p:sp>
      <p:sp>
        <p:nvSpPr>
          <p:cNvPr id="33" name="PlaceHolder 3"/>
          <p:cNvSpPr>
            <a:spLocks noGrp="1"/>
          </p:cNvSpPr>
          <p:nvPr>
            <p:ph/>
          </p:nvPr>
        </p:nvSpPr>
        <p:spPr>
          <a:xfrm>
            <a:off x="3239640" y="1203480"/>
            <a:ext cx="2649600" cy="1422720"/>
          </a:xfrm>
          <a:prstGeom prst="rect">
            <a:avLst/>
          </a:prstGeom>
          <a:noFill/>
          <a:ln w="0">
            <a:noFill/>
          </a:ln>
        </p:spPr>
        <p:txBody>
          <a:bodyPr lIns="0" rIns="0" tIns="0" bIns="0" anchor="t">
            <a:normAutofit/>
          </a:bodyPr>
          <a:p>
            <a:endParaRPr b="0" lang="fr-FR" sz="3200" spc="-1" strike="noStrike">
              <a:latin typeface="Arial"/>
            </a:endParaRPr>
          </a:p>
        </p:txBody>
      </p:sp>
      <p:sp>
        <p:nvSpPr>
          <p:cNvPr id="34" name="PlaceHolder 4"/>
          <p:cNvSpPr>
            <a:spLocks noGrp="1"/>
          </p:cNvSpPr>
          <p:nvPr>
            <p:ph/>
          </p:nvPr>
        </p:nvSpPr>
        <p:spPr>
          <a:xfrm>
            <a:off x="6022080" y="1203480"/>
            <a:ext cx="2649600" cy="1422720"/>
          </a:xfrm>
          <a:prstGeom prst="rect">
            <a:avLst/>
          </a:prstGeom>
          <a:noFill/>
          <a:ln w="0">
            <a:noFill/>
          </a:ln>
        </p:spPr>
        <p:txBody>
          <a:bodyPr lIns="0" rIns="0" tIns="0" bIns="0" anchor="t">
            <a:normAutofit/>
          </a:bodyPr>
          <a:p>
            <a:endParaRPr b="0" lang="fr-FR" sz="3200" spc="-1" strike="noStrike">
              <a:latin typeface="Arial"/>
            </a:endParaRPr>
          </a:p>
        </p:txBody>
      </p:sp>
      <p:sp>
        <p:nvSpPr>
          <p:cNvPr id="35" name="PlaceHolder 5"/>
          <p:cNvSpPr>
            <a:spLocks noGrp="1"/>
          </p:cNvSpPr>
          <p:nvPr>
            <p:ph/>
          </p:nvPr>
        </p:nvSpPr>
        <p:spPr>
          <a:xfrm>
            <a:off x="457200" y="2761920"/>
            <a:ext cx="2649600" cy="1422720"/>
          </a:xfrm>
          <a:prstGeom prst="rect">
            <a:avLst/>
          </a:prstGeom>
          <a:noFill/>
          <a:ln w="0">
            <a:noFill/>
          </a:ln>
        </p:spPr>
        <p:txBody>
          <a:bodyPr lIns="0" rIns="0" tIns="0" bIns="0" anchor="t">
            <a:normAutofit/>
          </a:bodyPr>
          <a:p>
            <a:endParaRPr b="0" lang="fr-FR" sz="3200" spc="-1" strike="noStrike">
              <a:latin typeface="Arial"/>
            </a:endParaRPr>
          </a:p>
        </p:txBody>
      </p:sp>
      <p:sp>
        <p:nvSpPr>
          <p:cNvPr id="36" name="PlaceHolder 6"/>
          <p:cNvSpPr>
            <a:spLocks noGrp="1"/>
          </p:cNvSpPr>
          <p:nvPr>
            <p:ph/>
          </p:nvPr>
        </p:nvSpPr>
        <p:spPr>
          <a:xfrm>
            <a:off x="3239640" y="2761920"/>
            <a:ext cx="2649600" cy="1422720"/>
          </a:xfrm>
          <a:prstGeom prst="rect">
            <a:avLst/>
          </a:prstGeom>
          <a:noFill/>
          <a:ln w="0">
            <a:noFill/>
          </a:ln>
        </p:spPr>
        <p:txBody>
          <a:bodyPr lIns="0" rIns="0" tIns="0" bIns="0" anchor="t">
            <a:normAutofit/>
          </a:bodyPr>
          <a:p>
            <a:endParaRPr b="0" lang="fr-FR" sz="3200" spc="-1" strike="noStrike">
              <a:latin typeface="Arial"/>
            </a:endParaRPr>
          </a:p>
        </p:txBody>
      </p:sp>
      <p:sp>
        <p:nvSpPr>
          <p:cNvPr id="37" name="PlaceHolder 7"/>
          <p:cNvSpPr>
            <a:spLocks noGrp="1"/>
          </p:cNvSpPr>
          <p:nvPr>
            <p:ph/>
          </p:nvPr>
        </p:nvSpPr>
        <p:spPr>
          <a:xfrm>
            <a:off x="6022080" y="2761920"/>
            <a:ext cx="2649600" cy="1422720"/>
          </a:xfrm>
          <a:prstGeom prst="rect">
            <a:avLst/>
          </a:prstGeom>
          <a:noFill/>
          <a:ln w="0">
            <a:noFill/>
          </a:ln>
        </p:spPr>
        <p:txBody>
          <a:bodyPr lIns="0" rIns="0" tIns="0" bIns="0" anchor="t">
            <a:normAutofit/>
          </a:bodyPr>
          <a:p>
            <a:endParaRPr b="0" lang="fr-FR" sz="3200" spc="-1" strike="noStrike">
              <a:latin typeface="Arial"/>
            </a:endParaRPr>
          </a:p>
        </p:txBody>
      </p:sp>
    </p:spTree>
  </p:cSld>
</p:sldLayout>
</file>

<file path=ppt/slideLayouts/slideLayout1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Tree>
  </p:cSld>
</p:sldLayout>
</file>

<file path=ppt/slideLayouts/slideLayout1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40" name="PlaceHolder 1"/>
          <p:cNvSpPr>
            <a:spLocks noGrp="1"/>
          </p:cNvSpPr>
          <p:nvPr>
            <p:ph type="title"/>
          </p:nvPr>
        </p:nvSpPr>
        <p:spPr>
          <a:xfrm>
            <a:off x="457200" y="205200"/>
            <a:ext cx="8229240" cy="858600"/>
          </a:xfrm>
          <a:prstGeom prst="rect">
            <a:avLst/>
          </a:prstGeom>
          <a:noFill/>
          <a:ln w="0">
            <a:noFill/>
          </a:ln>
        </p:spPr>
        <p:txBody>
          <a:bodyPr lIns="0" rIns="0" tIns="0" bIns="0" anchor="ctr">
            <a:noAutofit/>
          </a:bodyPr>
          <a:p>
            <a:pPr algn="ctr">
              <a:buNone/>
            </a:pPr>
            <a:endParaRPr b="0" lang="fr-FR" sz="4400" spc="-1" strike="noStrike">
              <a:latin typeface="Arial"/>
            </a:endParaRPr>
          </a:p>
        </p:txBody>
      </p:sp>
      <p:sp>
        <p:nvSpPr>
          <p:cNvPr id="41" name="PlaceHolder 2"/>
          <p:cNvSpPr>
            <a:spLocks noGrp="1"/>
          </p:cNvSpPr>
          <p:nvPr>
            <p:ph type="subTitle"/>
          </p:nvPr>
        </p:nvSpPr>
        <p:spPr>
          <a:xfrm>
            <a:off x="457200" y="1203480"/>
            <a:ext cx="8229240" cy="2982960"/>
          </a:xfrm>
          <a:prstGeom prst="rect">
            <a:avLst/>
          </a:prstGeom>
          <a:noFill/>
          <a:ln w="0">
            <a:noFill/>
          </a:ln>
        </p:spPr>
        <p:txBody>
          <a:bodyPr lIns="0" rIns="0" tIns="0" bIns="0" anchor="ctr">
            <a:noAutofit/>
          </a:bodyPr>
          <a:p>
            <a:pPr algn="ctr">
              <a:buNone/>
            </a:pPr>
            <a:endParaRPr b="0" lang="fr-FR" sz="3200" spc="-1" strike="noStrike">
              <a:latin typeface="Arial"/>
            </a:endParaRPr>
          </a:p>
        </p:txBody>
      </p:sp>
    </p:spTree>
  </p:cSld>
</p:sldLayout>
</file>

<file path=ppt/slideLayouts/slideLayout1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42" name="PlaceHolder 1"/>
          <p:cNvSpPr>
            <a:spLocks noGrp="1"/>
          </p:cNvSpPr>
          <p:nvPr>
            <p:ph type="title"/>
          </p:nvPr>
        </p:nvSpPr>
        <p:spPr>
          <a:xfrm>
            <a:off x="457200" y="205200"/>
            <a:ext cx="8229240" cy="858600"/>
          </a:xfrm>
          <a:prstGeom prst="rect">
            <a:avLst/>
          </a:prstGeom>
          <a:noFill/>
          <a:ln w="0">
            <a:noFill/>
          </a:ln>
        </p:spPr>
        <p:txBody>
          <a:bodyPr lIns="0" rIns="0" tIns="0" bIns="0" anchor="ctr">
            <a:noAutofit/>
          </a:bodyPr>
          <a:p>
            <a:pPr algn="ctr">
              <a:buNone/>
            </a:pPr>
            <a:endParaRPr b="0" lang="fr-FR" sz="4400" spc="-1" strike="noStrike">
              <a:latin typeface="Arial"/>
            </a:endParaRPr>
          </a:p>
        </p:txBody>
      </p:sp>
      <p:sp>
        <p:nvSpPr>
          <p:cNvPr id="43" name="PlaceHolder 2"/>
          <p:cNvSpPr>
            <a:spLocks noGrp="1"/>
          </p:cNvSpPr>
          <p:nvPr>
            <p:ph/>
          </p:nvPr>
        </p:nvSpPr>
        <p:spPr>
          <a:xfrm>
            <a:off x="457200" y="1203480"/>
            <a:ext cx="8229240" cy="2982960"/>
          </a:xfrm>
          <a:prstGeom prst="rect">
            <a:avLst/>
          </a:prstGeom>
          <a:noFill/>
          <a:ln w="0">
            <a:noFill/>
          </a:ln>
        </p:spPr>
        <p:txBody>
          <a:bodyPr lIns="0" rIns="0" tIns="0" bIns="0" anchor="t">
            <a:normAutofit/>
          </a:bodyPr>
          <a:p>
            <a:endParaRPr b="0" lang="fr-FR" sz="3200" spc="-1" strike="noStrike">
              <a:latin typeface="Arial"/>
            </a:endParaRPr>
          </a:p>
        </p:txBody>
      </p:sp>
    </p:spTree>
  </p:cSld>
</p:sldLayout>
</file>

<file path=ppt/slideLayouts/slideLayout1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44" name="PlaceHolder 1"/>
          <p:cNvSpPr>
            <a:spLocks noGrp="1"/>
          </p:cNvSpPr>
          <p:nvPr>
            <p:ph type="title"/>
          </p:nvPr>
        </p:nvSpPr>
        <p:spPr>
          <a:xfrm>
            <a:off x="457200" y="205200"/>
            <a:ext cx="8229240" cy="858600"/>
          </a:xfrm>
          <a:prstGeom prst="rect">
            <a:avLst/>
          </a:prstGeom>
          <a:noFill/>
          <a:ln w="0">
            <a:noFill/>
          </a:ln>
        </p:spPr>
        <p:txBody>
          <a:bodyPr lIns="0" rIns="0" tIns="0" bIns="0" anchor="ctr">
            <a:noAutofit/>
          </a:bodyPr>
          <a:p>
            <a:pPr algn="ctr">
              <a:buNone/>
            </a:pPr>
            <a:endParaRPr b="0" lang="fr-FR" sz="4400" spc="-1" strike="noStrike">
              <a:latin typeface="Arial"/>
            </a:endParaRPr>
          </a:p>
        </p:txBody>
      </p:sp>
      <p:sp>
        <p:nvSpPr>
          <p:cNvPr id="45" name="PlaceHolder 2"/>
          <p:cNvSpPr>
            <a:spLocks noGrp="1"/>
          </p:cNvSpPr>
          <p:nvPr>
            <p:ph/>
          </p:nvPr>
        </p:nvSpPr>
        <p:spPr>
          <a:xfrm>
            <a:off x="457200" y="1203480"/>
            <a:ext cx="4015800" cy="2982960"/>
          </a:xfrm>
          <a:prstGeom prst="rect">
            <a:avLst/>
          </a:prstGeom>
          <a:noFill/>
          <a:ln w="0">
            <a:noFill/>
          </a:ln>
        </p:spPr>
        <p:txBody>
          <a:bodyPr lIns="0" rIns="0" tIns="0" bIns="0" anchor="t">
            <a:normAutofit/>
          </a:bodyPr>
          <a:p>
            <a:endParaRPr b="0" lang="fr-FR" sz="3200" spc="-1" strike="noStrike">
              <a:latin typeface="Arial"/>
            </a:endParaRPr>
          </a:p>
        </p:txBody>
      </p:sp>
      <p:sp>
        <p:nvSpPr>
          <p:cNvPr id="46" name="PlaceHolder 3"/>
          <p:cNvSpPr>
            <a:spLocks noGrp="1"/>
          </p:cNvSpPr>
          <p:nvPr>
            <p:ph/>
          </p:nvPr>
        </p:nvSpPr>
        <p:spPr>
          <a:xfrm>
            <a:off x="4674240" y="1203480"/>
            <a:ext cx="4015800" cy="2982960"/>
          </a:xfrm>
          <a:prstGeom prst="rect">
            <a:avLst/>
          </a:prstGeom>
          <a:noFill/>
          <a:ln w="0">
            <a:noFill/>
          </a:ln>
        </p:spPr>
        <p:txBody>
          <a:bodyPr lIns="0" rIns="0" tIns="0" bIns="0" anchor="t">
            <a:normAutofit/>
          </a:bodyPr>
          <a:p>
            <a:endParaRPr b="0" lang="fr-FR" sz="3200" spc="-1" strike="noStrike">
              <a:latin typeface="Arial"/>
            </a:endParaRPr>
          </a:p>
        </p:txBody>
      </p:sp>
    </p:spTree>
  </p:cSld>
</p:sldLayout>
</file>

<file path=ppt/slideLayouts/slideLayout1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47" name="PlaceHolder 1"/>
          <p:cNvSpPr>
            <a:spLocks noGrp="1"/>
          </p:cNvSpPr>
          <p:nvPr>
            <p:ph type="title"/>
          </p:nvPr>
        </p:nvSpPr>
        <p:spPr>
          <a:xfrm>
            <a:off x="457200" y="205200"/>
            <a:ext cx="8229240" cy="858600"/>
          </a:xfrm>
          <a:prstGeom prst="rect">
            <a:avLst/>
          </a:prstGeom>
          <a:noFill/>
          <a:ln w="0">
            <a:noFill/>
          </a:ln>
        </p:spPr>
        <p:txBody>
          <a:bodyPr lIns="0" rIns="0" tIns="0" bIns="0" anchor="ctr">
            <a:noAutofit/>
          </a:bodyPr>
          <a:p>
            <a:pPr algn="ctr">
              <a:buNone/>
            </a:pPr>
            <a:endParaRPr b="0" lang="fr-FR" sz="4400" spc="-1" strike="noStrike">
              <a:latin typeface="Arial"/>
            </a:endParaRPr>
          </a:p>
        </p:txBody>
      </p:sp>
    </p:spTree>
  </p:cSld>
</p:sldLayout>
</file>

<file path=ppt/slideLayouts/slideLayout1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48" name="PlaceHolder 1"/>
          <p:cNvSpPr>
            <a:spLocks noGrp="1"/>
          </p:cNvSpPr>
          <p:nvPr>
            <p:ph type="subTitle"/>
          </p:nvPr>
        </p:nvSpPr>
        <p:spPr>
          <a:xfrm>
            <a:off x="457200" y="205200"/>
            <a:ext cx="8229240" cy="3981240"/>
          </a:xfrm>
          <a:prstGeom prst="rect">
            <a:avLst/>
          </a:prstGeom>
          <a:noFill/>
          <a:ln w="0">
            <a:noFill/>
          </a:ln>
        </p:spPr>
        <p:txBody>
          <a:bodyPr lIns="0" rIns="0" tIns="0" bIns="0" anchor="ctr">
            <a:noAutofit/>
          </a:bodyPr>
          <a:p>
            <a:pPr algn="ctr">
              <a:buNone/>
            </a:pPr>
            <a:endParaRPr b="0" lang="fr-FR" sz="3200" spc="-1" strike="noStrike">
              <a:latin typeface="Arial"/>
            </a:endParaRPr>
          </a:p>
        </p:txBody>
      </p:sp>
    </p:spTree>
  </p:cSld>
</p:sldLayout>
</file>

<file path=ppt/slideLayouts/slideLayout1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49" name="PlaceHolder 1"/>
          <p:cNvSpPr>
            <a:spLocks noGrp="1"/>
          </p:cNvSpPr>
          <p:nvPr>
            <p:ph type="title"/>
          </p:nvPr>
        </p:nvSpPr>
        <p:spPr>
          <a:xfrm>
            <a:off x="457200" y="205200"/>
            <a:ext cx="8229240" cy="858600"/>
          </a:xfrm>
          <a:prstGeom prst="rect">
            <a:avLst/>
          </a:prstGeom>
          <a:noFill/>
          <a:ln w="0">
            <a:noFill/>
          </a:ln>
        </p:spPr>
        <p:txBody>
          <a:bodyPr lIns="0" rIns="0" tIns="0" bIns="0" anchor="ctr">
            <a:noAutofit/>
          </a:bodyPr>
          <a:p>
            <a:pPr algn="ctr">
              <a:buNone/>
            </a:pPr>
            <a:endParaRPr b="0" lang="fr-FR" sz="4400" spc="-1" strike="noStrike">
              <a:latin typeface="Arial"/>
            </a:endParaRPr>
          </a:p>
        </p:txBody>
      </p:sp>
      <p:sp>
        <p:nvSpPr>
          <p:cNvPr id="50" name="PlaceHolder 2"/>
          <p:cNvSpPr>
            <a:spLocks noGrp="1"/>
          </p:cNvSpPr>
          <p:nvPr>
            <p:ph/>
          </p:nvPr>
        </p:nvSpPr>
        <p:spPr>
          <a:xfrm>
            <a:off x="457200" y="1203480"/>
            <a:ext cx="4015800" cy="1422720"/>
          </a:xfrm>
          <a:prstGeom prst="rect">
            <a:avLst/>
          </a:prstGeom>
          <a:noFill/>
          <a:ln w="0">
            <a:noFill/>
          </a:ln>
        </p:spPr>
        <p:txBody>
          <a:bodyPr lIns="0" rIns="0" tIns="0" bIns="0" anchor="t">
            <a:normAutofit/>
          </a:bodyPr>
          <a:p>
            <a:endParaRPr b="0" lang="fr-FR" sz="3200" spc="-1" strike="noStrike">
              <a:latin typeface="Arial"/>
            </a:endParaRPr>
          </a:p>
        </p:txBody>
      </p:sp>
      <p:sp>
        <p:nvSpPr>
          <p:cNvPr id="51" name="PlaceHolder 3"/>
          <p:cNvSpPr>
            <a:spLocks noGrp="1"/>
          </p:cNvSpPr>
          <p:nvPr>
            <p:ph/>
          </p:nvPr>
        </p:nvSpPr>
        <p:spPr>
          <a:xfrm>
            <a:off x="4674240" y="1203480"/>
            <a:ext cx="4015800" cy="2982960"/>
          </a:xfrm>
          <a:prstGeom prst="rect">
            <a:avLst/>
          </a:prstGeom>
          <a:noFill/>
          <a:ln w="0">
            <a:noFill/>
          </a:ln>
        </p:spPr>
        <p:txBody>
          <a:bodyPr lIns="0" rIns="0" tIns="0" bIns="0" anchor="t">
            <a:normAutofit/>
          </a:bodyPr>
          <a:p>
            <a:endParaRPr b="0" lang="fr-FR" sz="3200" spc="-1" strike="noStrike">
              <a:latin typeface="Arial"/>
            </a:endParaRPr>
          </a:p>
        </p:txBody>
      </p:sp>
      <p:sp>
        <p:nvSpPr>
          <p:cNvPr id="52" name="PlaceHolder 4"/>
          <p:cNvSpPr>
            <a:spLocks noGrp="1"/>
          </p:cNvSpPr>
          <p:nvPr>
            <p:ph/>
          </p:nvPr>
        </p:nvSpPr>
        <p:spPr>
          <a:xfrm>
            <a:off x="457200" y="2761920"/>
            <a:ext cx="4015800" cy="1422720"/>
          </a:xfrm>
          <a:prstGeom prst="rect">
            <a:avLst/>
          </a:prstGeom>
          <a:noFill/>
          <a:ln w="0">
            <a:noFill/>
          </a:ln>
        </p:spPr>
        <p:txBody>
          <a:bodyPr lIns="0" rIns="0" tIns="0" bIns="0" anchor="t">
            <a:normAutofit/>
          </a:bodyPr>
          <a:p>
            <a:endParaRPr b="0" lang="fr-FR" sz="3200" spc="-1" strike="noStrike">
              <a:latin typeface="Arial"/>
            </a:endParaRPr>
          </a:p>
        </p:txBody>
      </p:sp>
    </p:spTree>
  </p:cSld>
</p:sldLayout>
</file>

<file path=ppt/slideLayouts/slideLayout2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53" name="PlaceHolder 1"/>
          <p:cNvSpPr>
            <a:spLocks noGrp="1"/>
          </p:cNvSpPr>
          <p:nvPr>
            <p:ph type="title"/>
          </p:nvPr>
        </p:nvSpPr>
        <p:spPr>
          <a:xfrm>
            <a:off x="457200" y="205200"/>
            <a:ext cx="8229240" cy="858600"/>
          </a:xfrm>
          <a:prstGeom prst="rect">
            <a:avLst/>
          </a:prstGeom>
          <a:noFill/>
          <a:ln w="0">
            <a:noFill/>
          </a:ln>
        </p:spPr>
        <p:txBody>
          <a:bodyPr lIns="0" rIns="0" tIns="0" bIns="0" anchor="ctr">
            <a:noAutofit/>
          </a:bodyPr>
          <a:p>
            <a:pPr algn="ctr">
              <a:buNone/>
            </a:pPr>
            <a:endParaRPr b="0" lang="fr-FR" sz="4400" spc="-1" strike="noStrike">
              <a:latin typeface="Arial"/>
            </a:endParaRPr>
          </a:p>
        </p:txBody>
      </p:sp>
      <p:sp>
        <p:nvSpPr>
          <p:cNvPr id="54" name="PlaceHolder 2"/>
          <p:cNvSpPr>
            <a:spLocks noGrp="1"/>
          </p:cNvSpPr>
          <p:nvPr>
            <p:ph/>
          </p:nvPr>
        </p:nvSpPr>
        <p:spPr>
          <a:xfrm>
            <a:off x="457200" y="1203480"/>
            <a:ext cx="4015800" cy="2982960"/>
          </a:xfrm>
          <a:prstGeom prst="rect">
            <a:avLst/>
          </a:prstGeom>
          <a:noFill/>
          <a:ln w="0">
            <a:noFill/>
          </a:ln>
        </p:spPr>
        <p:txBody>
          <a:bodyPr lIns="0" rIns="0" tIns="0" bIns="0" anchor="t">
            <a:normAutofit/>
          </a:bodyPr>
          <a:p>
            <a:endParaRPr b="0" lang="fr-FR" sz="3200" spc="-1" strike="noStrike">
              <a:latin typeface="Arial"/>
            </a:endParaRPr>
          </a:p>
        </p:txBody>
      </p:sp>
      <p:sp>
        <p:nvSpPr>
          <p:cNvPr id="55" name="PlaceHolder 3"/>
          <p:cNvSpPr>
            <a:spLocks noGrp="1"/>
          </p:cNvSpPr>
          <p:nvPr>
            <p:ph/>
          </p:nvPr>
        </p:nvSpPr>
        <p:spPr>
          <a:xfrm>
            <a:off x="4674240" y="1203480"/>
            <a:ext cx="4015800" cy="1422720"/>
          </a:xfrm>
          <a:prstGeom prst="rect">
            <a:avLst/>
          </a:prstGeom>
          <a:noFill/>
          <a:ln w="0">
            <a:noFill/>
          </a:ln>
        </p:spPr>
        <p:txBody>
          <a:bodyPr lIns="0" rIns="0" tIns="0" bIns="0" anchor="t">
            <a:normAutofit/>
          </a:bodyPr>
          <a:p>
            <a:endParaRPr b="0" lang="fr-FR" sz="3200" spc="-1" strike="noStrike">
              <a:latin typeface="Arial"/>
            </a:endParaRPr>
          </a:p>
        </p:txBody>
      </p:sp>
      <p:sp>
        <p:nvSpPr>
          <p:cNvPr id="56" name="PlaceHolder 4"/>
          <p:cNvSpPr>
            <a:spLocks noGrp="1"/>
          </p:cNvSpPr>
          <p:nvPr>
            <p:ph/>
          </p:nvPr>
        </p:nvSpPr>
        <p:spPr>
          <a:xfrm>
            <a:off x="4674240" y="2761920"/>
            <a:ext cx="4015800" cy="1422720"/>
          </a:xfrm>
          <a:prstGeom prst="rect">
            <a:avLst/>
          </a:prstGeom>
          <a:noFill/>
          <a:ln w="0">
            <a:noFill/>
          </a:ln>
        </p:spPr>
        <p:txBody>
          <a:bodyPr lIns="0" rIns="0" tIns="0" bIns="0" anchor="t">
            <a:normAutofit/>
          </a:bodyPr>
          <a:p>
            <a:endParaRPr b="0" lang="fr-FR" sz="3200" spc="-1" strike="noStrike">
              <a:latin typeface="Arial"/>
            </a:endParaRPr>
          </a:p>
        </p:txBody>
      </p:sp>
    </p:spTree>
  </p:cSld>
</p:sldLayout>
</file>

<file path=ppt/slideLayouts/slideLayout2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57" name="PlaceHolder 1"/>
          <p:cNvSpPr>
            <a:spLocks noGrp="1"/>
          </p:cNvSpPr>
          <p:nvPr>
            <p:ph type="title"/>
          </p:nvPr>
        </p:nvSpPr>
        <p:spPr>
          <a:xfrm>
            <a:off x="457200" y="205200"/>
            <a:ext cx="8229240" cy="858600"/>
          </a:xfrm>
          <a:prstGeom prst="rect">
            <a:avLst/>
          </a:prstGeom>
          <a:noFill/>
          <a:ln w="0">
            <a:noFill/>
          </a:ln>
        </p:spPr>
        <p:txBody>
          <a:bodyPr lIns="0" rIns="0" tIns="0" bIns="0" anchor="ctr">
            <a:noAutofit/>
          </a:bodyPr>
          <a:p>
            <a:pPr algn="ctr">
              <a:buNone/>
            </a:pPr>
            <a:endParaRPr b="0" lang="fr-FR" sz="4400" spc="-1" strike="noStrike">
              <a:latin typeface="Arial"/>
            </a:endParaRPr>
          </a:p>
        </p:txBody>
      </p:sp>
      <p:sp>
        <p:nvSpPr>
          <p:cNvPr id="58" name="PlaceHolder 2"/>
          <p:cNvSpPr>
            <a:spLocks noGrp="1"/>
          </p:cNvSpPr>
          <p:nvPr>
            <p:ph/>
          </p:nvPr>
        </p:nvSpPr>
        <p:spPr>
          <a:xfrm>
            <a:off x="457200" y="1203480"/>
            <a:ext cx="4015800" cy="1422720"/>
          </a:xfrm>
          <a:prstGeom prst="rect">
            <a:avLst/>
          </a:prstGeom>
          <a:noFill/>
          <a:ln w="0">
            <a:noFill/>
          </a:ln>
        </p:spPr>
        <p:txBody>
          <a:bodyPr lIns="0" rIns="0" tIns="0" bIns="0" anchor="t">
            <a:normAutofit/>
          </a:bodyPr>
          <a:p>
            <a:endParaRPr b="0" lang="fr-FR" sz="3200" spc="-1" strike="noStrike">
              <a:latin typeface="Arial"/>
            </a:endParaRPr>
          </a:p>
        </p:txBody>
      </p:sp>
      <p:sp>
        <p:nvSpPr>
          <p:cNvPr id="59" name="PlaceHolder 3"/>
          <p:cNvSpPr>
            <a:spLocks noGrp="1"/>
          </p:cNvSpPr>
          <p:nvPr>
            <p:ph/>
          </p:nvPr>
        </p:nvSpPr>
        <p:spPr>
          <a:xfrm>
            <a:off x="4674240" y="1203480"/>
            <a:ext cx="4015800" cy="1422720"/>
          </a:xfrm>
          <a:prstGeom prst="rect">
            <a:avLst/>
          </a:prstGeom>
          <a:noFill/>
          <a:ln w="0">
            <a:noFill/>
          </a:ln>
        </p:spPr>
        <p:txBody>
          <a:bodyPr lIns="0" rIns="0" tIns="0" bIns="0" anchor="t">
            <a:normAutofit/>
          </a:bodyPr>
          <a:p>
            <a:endParaRPr b="0" lang="fr-FR" sz="3200" spc="-1" strike="noStrike">
              <a:latin typeface="Arial"/>
            </a:endParaRPr>
          </a:p>
        </p:txBody>
      </p:sp>
      <p:sp>
        <p:nvSpPr>
          <p:cNvPr id="60" name="PlaceHolder 4"/>
          <p:cNvSpPr>
            <a:spLocks noGrp="1"/>
          </p:cNvSpPr>
          <p:nvPr>
            <p:ph/>
          </p:nvPr>
        </p:nvSpPr>
        <p:spPr>
          <a:xfrm>
            <a:off x="457200" y="2761920"/>
            <a:ext cx="8229240" cy="1422720"/>
          </a:xfrm>
          <a:prstGeom prst="rect">
            <a:avLst/>
          </a:prstGeom>
          <a:noFill/>
          <a:ln w="0">
            <a:noFill/>
          </a:ln>
        </p:spPr>
        <p:txBody>
          <a:bodyPr lIns="0" rIns="0" tIns="0" bIns="0" anchor="t">
            <a:normAutofit/>
          </a:bodyPr>
          <a:p>
            <a:endParaRPr b="0" lang="fr-FR" sz="3200" spc="-1" strike="noStrike">
              <a:latin typeface="Arial"/>
            </a:endParaRPr>
          </a:p>
        </p:txBody>
      </p:sp>
    </p:spTree>
  </p:cSld>
</p:sldLayout>
</file>

<file path=ppt/slideLayouts/slideLayout2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61" name="PlaceHolder 1"/>
          <p:cNvSpPr>
            <a:spLocks noGrp="1"/>
          </p:cNvSpPr>
          <p:nvPr>
            <p:ph type="title"/>
          </p:nvPr>
        </p:nvSpPr>
        <p:spPr>
          <a:xfrm>
            <a:off x="457200" y="205200"/>
            <a:ext cx="8229240" cy="858600"/>
          </a:xfrm>
          <a:prstGeom prst="rect">
            <a:avLst/>
          </a:prstGeom>
          <a:noFill/>
          <a:ln w="0">
            <a:noFill/>
          </a:ln>
        </p:spPr>
        <p:txBody>
          <a:bodyPr lIns="0" rIns="0" tIns="0" bIns="0" anchor="ctr">
            <a:noAutofit/>
          </a:bodyPr>
          <a:p>
            <a:pPr algn="ctr">
              <a:buNone/>
            </a:pPr>
            <a:endParaRPr b="0" lang="fr-FR" sz="4400" spc="-1" strike="noStrike">
              <a:latin typeface="Arial"/>
            </a:endParaRPr>
          </a:p>
        </p:txBody>
      </p:sp>
      <p:sp>
        <p:nvSpPr>
          <p:cNvPr id="62" name="PlaceHolder 2"/>
          <p:cNvSpPr>
            <a:spLocks noGrp="1"/>
          </p:cNvSpPr>
          <p:nvPr>
            <p:ph/>
          </p:nvPr>
        </p:nvSpPr>
        <p:spPr>
          <a:xfrm>
            <a:off x="457200" y="1203480"/>
            <a:ext cx="8229240" cy="1422720"/>
          </a:xfrm>
          <a:prstGeom prst="rect">
            <a:avLst/>
          </a:prstGeom>
          <a:noFill/>
          <a:ln w="0">
            <a:noFill/>
          </a:ln>
        </p:spPr>
        <p:txBody>
          <a:bodyPr lIns="0" rIns="0" tIns="0" bIns="0" anchor="t">
            <a:normAutofit/>
          </a:bodyPr>
          <a:p>
            <a:endParaRPr b="0" lang="fr-FR" sz="3200" spc="-1" strike="noStrike">
              <a:latin typeface="Arial"/>
            </a:endParaRPr>
          </a:p>
        </p:txBody>
      </p:sp>
      <p:sp>
        <p:nvSpPr>
          <p:cNvPr id="63" name="PlaceHolder 3"/>
          <p:cNvSpPr>
            <a:spLocks noGrp="1"/>
          </p:cNvSpPr>
          <p:nvPr>
            <p:ph/>
          </p:nvPr>
        </p:nvSpPr>
        <p:spPr>
          <a:xfrm>
            <a:off x="457200" y="2761920"/>
            <a:ext cx="8229240" cy="1422720"/>
          </a:xfrm>
          <a:prstGeom prst="rect">
            <a:avLst/>
          </a:prstGeom>
          <a:noFill/>
          <a:ln w="0">
            <a:noFill/>
          </a:ln>
        </p:spPr>
        <p:txBody>
          <a:bodyPr lIns="0" rIns="0" tIns="0" bIns="0" anchor="t">
            <a:normAutofit/>
          </a:bodyPr>
          <a:p>
            <a:endParaRPr b="0" lang="fr-FR" sz="3200" spc="-1" strike="noStrike">
              <a:latin typeface="Arial"/>
            </a:endParaRPr>
          </a:p>
        </p:txBody>
      </p:sp>
    </p:spTree>
  </p:cSld>
</p:sldLayout>
</file>

<file path=ppt/slideLayouts/slideLayout2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64" name="PlaceHolder 1"/>
          <p:cNvSpPr>
            <a:spLocks noGrp="1"/>
          </p:cNvSpPr>
          <p:nvPr>
            <p:ph type="title"/>
          </p:nvPr>
        </p:nvSpPr>
        <p:spPr>
          <a:xfrm>
            <a:off x="457200" y="205200"/>
            <a:ext cx="8229240" cy="858600"/>
          </a:xfrm>
          <a:prstGeom prst="rect">
            <a:avLst/>
          </a:prstGeom>
          <a:noFill/>
          <a:ln w="0">
            <a:noFill/>
          </a:ln>
        </p:spPr>
        <p:txBody>
          <a:bodyPr lIns="0" rIns="0" tIns="0" bIns="0" anchor="ctr">
            <a:noAutofit/>
          </a:bodyPr>
          <a:p>
            <a:pPr algn="ctr">
              <a:buNone/>
            </a:pPr>
            <a:endParaRPr b="0" lang="fr-FR" sz="4400" spc="-1" strike="noStrike">
              <a:latin typeface="Arial"/>
            </a:endParaRPr>
          </a:p>
        </p:txBody>
      </p:sp>
      <p:sp>
        <p:nvSpPr>
          <p:cNvPr id="65" name="PlaceHolder 2"/>
          <p:cNvSpPr>
            <a:spLocks noGrp="1"/>
          </p:cNvSpPr>
          <p:nvPr>
            <p:ph/>
          </p:nvPr>
        </p:nvSpPr>
        <p:spPr>
          <a:xfrm>
            <a:off x="457200" y="1203480"/>
            <a:ext cx="4015800" cy="1422720"/>
          </a:xfrm>
          <a:prstGeom prst="rect">
            <a:avLst/>
          </a:prstGeom>
          <a:noFill/>
          <a:ln w="0">
            <a:noFill/>
          </a:ln>
        </p:spPr>
        <p:txBody>
          <a:bodyPr lIns="0" rIns="0" tIns="0" bIns="0" anchor="t">
            <a:normAutofit/>
          </a:bodyPr>
          <a:p>
            <a:endParaRPr b="0" lang="fr-FR" sz="3200" spc="-1" strike="noStrike">
              <a:latin typeface="Arial"/>
            </a:endParaRPr>
          </a:p>
        </p:txBody>
      </p:sp>
      <p:sp>
        <p:nvSpPr>
          <p:cNvPr id="66" name="PlaceHolder 3"/>
          <p:cNvSpPr>
            <a:spLocks noGrp="1"/>
          </p:cNvSpPr>
          <p:nvPr>
            <p:ph/>
          </p:nvPr>
        </p:nvSpPr>
        <p:spPr>
          <a:xfrm>
            <a:off x="4674240" y="1203480"/>
            <a:ext cx="4015800" cy="1422720"/>
          </a:xfrm>
          <a:prstGeom prst="rect">
            <a:avLst/>
          </a:prstGeom>
          <a:noFill/>
          <a:ln w="0">
            <a:noFill/>
          </a:ln>
        </p:spPr>
        <p:txBody>
          <a:bodyPr lIns="0" rIns="0" tIns="0" bIns="0" anchor="t">
            <a:normAutofit/>
          </a:bodyPr>
          <a:p>
            <a:endParaRPr b="0" lang="fr-FR" sz="3200" spc="-1" strike="noStrike">
              <a:latin typeface="Arial"/>
            </a:endParaRPr>
          </a:p>
        </p:txBody>
      </p:sp>
      <p:sp>
        <p:nvSpPr>
          <p:cNvPr id="67" name="PlaceHolder 4"/>
          <p:cNvSpPr>
            <a:spLocks noGrp="1"/>
          </p:cNvSpPr>
          <p:nvPr>
            <p:ph/>
          </p:nvPr>
        </p:nvSpPr>
        <p:spPr>
          <a:xfrm>
            <a:off x="457200" y="2761920"/>
            <a:ext cx="4015800" cy="1422720"/>
          </a:xfrm>
          <a:prstGeom prst="rect">
            <a:avLst/>
          </a:prstGeom>
          <a:noFill/>
          <a:ln w="0">
            <a:noFill/>
          </a:ln>
        </p:spPr>
        <p:txBody>
          <a:bodyPr lIns="0" rIns="0" tIns="0" bIns="0" anchor="t">
            <a:normAutofit/>
          </a:bodyPr>
          <a:p>
            <a:endParaRPr b="0" lang="fr-FR" sz="3200" spc="-1" strike="noStrike">
              <a:latin typeface="Arial"/>
            </a:endParaRPr>
          </a:p>
        </p:txBody>
      </p:sp>
      <p:sp>
        <p:nvSpPr>
          <p:cNvPr id="68" name="PlaceHolder 5"/>
          <p:cNvSpPr>
            <a:spLocks noGrp="1"/>
          </p:cNvSpPr>
          <p:nvPr>
            <p:ph/>
          </p:nvPr>
        </p:nvSpPr>
        <p:spPr>
          <a:xfrm>
            <a:off x="4674240" y="2761920"/>
            <a:ext cx="4015800" cy="1422720"/>
          </a:xfrm>
          <a:prstGeom prst="rect">
            <a:avLst/>
          </a:prstGeom>
          <a:noFill/>
          <a:ln w="0">
            <a:noFill/>
          </a:ln>
        </p:spPr>
        <p:txBody>
          <a:bodyPr lIns="0" rIns="0" tIns="0" bIns="0" anchor="t">
            <a:normAutofit/>
          </a:bodyPr>
          <a:p>
            <a:endParaRPr b="0" lang="fr-FR" sz="3200" spc="-1" strike="noStrike">
              <a:latin typeface="Arial"/>
            </a:endParaRPr>
          </a:p>
        </p:txBody>
      </p:sp>
    </p:spTree>
  </p:cSld>
</p:sldLayout>
</file>

<file path=ppt/slideLayouts/slideLayout2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69" name="PlaceHolder 1"/>
          <p:cNvSpPr>
            <a:spLocks noGrp="1"/>
          </p:cNvSpPr>
          <p:nvPr>
            <p:ph type="title"/>
          </p:nvPr>
        </p:nvSpPr>
        <p:spPr>
          <a:xfrm>
            <a:off x="457200" y="205200"/>
            <a:ext cx="8229240" cy="858600"/>
          </a:xfrm>
          <a:prstGeom prst="rect">
            <a:avLst/>
          </a:prstGeom>
          <a:noFill/>
          <a:ln w="0">
            <a:noFill/>
          </a:ln>
        </p:spPr>
        <p:txBody>
          <a:bodyPr lIns="0" rIns="0" tIns="0" bIns="0" anchor="ctr">
            <a:noAutofit/>
          </a:bodyPr>
          <a:p>
            <a:pPr algn="ctr">
              <a:buNone/>
            </a:pPr>
            <a:endParaRPr b="0" lang="fr-FR" sz="4400" spc="-1" strike="noStrike">
              <a:latin typeface="Arial"/>
            </a:endParaRPr>
          </a:p>
        </p:txBody>
      </p:sp>
      <p:sp>
        <p:nvSpPr>
          <p:cNvPr id="70" name="PlaceHolder 2"/>
          <p:cNvSpPr>
            <a:spLocks noGrp="1"/>
          </p:cNvSpPr>
          <p:nvPr>
            <p:ph/>
          </p:nvPr>
        </p:nvSpPr>
        <p:spPr>
          <a:xfrm>
            <a:off x="457200" y="1203480"/>
            <a:ext cx="2649600" cy="1422720"/>
          </a:xfrm>
          <a:prstGeom prst="rect">
            <a:avLst/>
          </a:prstGeom>
          <a:noFill/>
          <a:ln w="0">
            <a:noFill/>
          </a:ln>
        </p:spPr>
        <p:txBody>
          <a:bodyPr lIns="0" rIns="0" tIns="0" bIns="0" anchor="t">
            <a:normAutofit/>
          </a:bodyPr>
          <a:p>
            <a:endParaRPr b="0" lang="fr-FR" sz="3200" spc="-1" strike="noStrike">
              <a:latin typeface="Arial"/>
            </a:endParaRPr>
          </a:p>
        </p:txBody>
      </p:sp>
      <p:sp>
        <p:nvSpPr>
          <p:cNvPr id="71" name="PlaceHolder 3"/>
          <p:cNvSpPr>
            <a:spLocks noGrp="1"/>
          </p:cNvSpPr>
          <p:nvPr>
            <p:ph/>
          </p:nvPr>
        </p:nvSpPr>
        <p:spPr>
          <a:xfrm>
            <a:off x="3239640" y="1203480"/>
            <a:ext cx="2649600" cy="1422720"/>
          </a:xfrm>
          <a:prstGeom prst="rect">
            <a:avLst/>
          </a:prstGeom>
          <a:noFill/>
          <a:ln w="0">
            <a:noFill/>
          </a:ln>
        </p:spPr>
        <p:txBody>
          <a:bodyPr lIns="0" rIns="0" tIns="0" bIns="0" anchor="t">
            <a:normAutofit/>
          </a:bodyPr>
          <a:p>
            <a:endParaRPr b="0" lang="fr-FR" sz="3200" spc="-1" strike="noStrike">
              <a:latin typeface="Arial"/>
            </a:endParaRPr>
          </a:p>
        </p:txBody>
      </p:sp>
      <p:sp>
        <p:nvSpPr>
          <p:cNvPr id="72" name="PlaceHolder 4"/>
          <p:cNvSpPr>
            <a:spLocks noGrp="1"/>
          </p:cNvSpPr>
          <p:nvPr>
            <p:ph/>
          </p:nvPr>
        </p:nvSpPr>
        <p:spPr>
          <a:xfrm>
            <a:off x="6022080" y="1203480"/>
            <a:ext cx="2649600" cy="1422720"/>
          </a:xfrm>
          <a:prstGeom prst="rect">
            <a:avLst/>
          </a:prstGeom>
          <a:noFill/>
          <a:ln w="0">
            <a:noFill/>
          </a:ln>
        </p:spPr>
        <p:txBody>
          <a:bodyPr lIns="0" rIns="0" tIns="0" bIns="0" anchor="t">
            <a:normAutofit/>
          </a:bodyPr>
          <a:p>
            <a:endParaRPr b="0" lang="fr-FR" sz="3200" spc="-1" strike="noStrike">
              <a:latin typeface="Arial"/>
            </a:endParaRPr>
          </a:p>
        </p:txBody>
      </p:sp>
      <p:sp>
        <p:nvSpPr>
          <p:cNvPr id="73" name="PlaceHolder 5"/>
          <p:cNvSpPr>
            <a:spLocks noGrp="1"/>
          </p:cNvSpPr>
          <p:nvPr>
            <p:ph/>
          </p:nvPr>
        </p:nvSpPr>
        <p:spPr>
          <a:xfrm>
            <a:off x="457200" y="2761920"/>
            <a:ext cx="2649600" cy="1422720"/>
          </a:xfrm>
          <a:prstGeom prst="rect">
            <a:avLst/>
          </a:prstGeom>
          <a:noFill/>
          <a:ln w="0">
            <a:noFill/>
          </a:ln>
        </p:spPr>
        <p:txBody>
          <a:bodyPr lIns="0" rIns="0" tIns="0" bIns="0" anchor="t">
            <a:normAutofit/>
          </a:bodyPr>
          <a:p>
            <a:endParaRPr b="0" lang="fr-FR" sz="3200" spc="-1" strike="noStrike">
              <a:latin typeface="Arial"/>
            </a:endParaRPr>
          </a:p>
        </p:txBody>
      </p:sp>
      <p:sp>
        <p:nvSpPr>
          <p:cNvPr id="74" name="PlaceHolder 6"/>
          <p:cNvSpPr>
            <a:spLocks noGrp="1"/>
          </p:cNvSpPr>
          <p:nvPr>
            <p:ph/>
          </p:nvPr>
        </p:nvSpPr>
        <p:spPr>
          <a:xfrm>
            <a:off x="3239640" y="2761920"/>
            <a:ext cx="2649600" cy="1422720"/>
          </a:xfrm>
          <a:prstGeom prst="rect">
            <a:avLst/>
          </a:prstGeom>
          <a:noFill/>
          <a:ln w="0">
            <a:noFill/>
          </a:ln>
        </p:spPr>
        <p:txBody>
          <a:bodyPr lIns="0" rIns="0" tIns="0" bIns="0" anchor="t">
            <a:normAutofit/>
          </a:bodyPr>
          <a:p>
            <a:endParaRPr b="0" lang="fr-FR" sz="3200" spc="-1" strike="noStrike">
              <a:latin typeface="Arial"/>
            </a:endParaRPr>
          </a:p>
        </p:txBody>
      </p:sp>
      <p:sp>
        <p:nvSpPr>
          <p:cNvPr id="75" name="PlaceHolder 7"/>
          <p:cNvSpPr>
            <a:spLocks noGrp="1"/>
          </p:cNvSpPr>
          <p:nvPr>
            <p:ph/>
          </p:nvPr>
        </p:nvSpPr>
        <p:spPr>
          <a:xfrm>
            <a:off x="6022080" y="2761920"/>
            <a:ext cx="2649600" cy="1422720"/>
          </a:xfrm>
          <a:prstGeom prst="rect">
            <a:avLst/>
          </a:prstGeom>
          <a:noFill/>
          <a:ln w="0">
            <a:noFill/>
          </a:ln>
        </p:spPr>
        <p:txBody>
          <a:bodyPr lIns="0" rIns="0" tIns="0" bIns="0" anchor="t">
            <a:normAutofit/>
          </a:bodyPr>
          <a:p>
            <a:endParaRPr b="0" lang="fr-FR" sz="3200" spc="-1" strike="noStrike">
              <a:latin typeface="Arial"/>
            </a:endParaRP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
</Relationships>
</file>

<file path=ppt/slideMasters/_rels/slideMaster2.xml.rels><?xml version="1.0" encoding="UTF-8"?>
<Relationships xmlns="http://schemas.openxmlformats.org/package/2006/relationships"><Relationship Id="rId1" Type="http://schemas.openxmlformats.org/officeDocument/2006/relationships/theme" Target="../theme/theme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5" Type="http://schemas.openxmlformats.org/officeDocument/2006/relationships/slideLayout" Target="../slideLayouts/slideLayout16.xml"/><Relationship Id="rId6" Type="http://schemas.openxmlformats.org/officeDocument/2006/relationships/slideLayout" Target="../slideLayouts/slideLayout17.xml"/><Relationship Id="rId7" Type="http://schemas.openxmlformats.org/officeDocument/2006/relationships/slideLayout" Target="../slideLayouts/slideLayout18.xml"/><Relationship Id="rId8" Type="http://schemas.openxmlformats.org/officeDocument/2006/relationships/slideLayout" Target="../slideLayouts/slideLayout19.xml"/><Relationship Id="rId9" Type="http://schemas.openxmlformats.org/officeDocument/2006/relationships/slideLayout" Target="../slideLayouts/slideLayout20.xml"/><Relationship Id="rId10" Type="http://schemas.openxmlformats.org/officeDocument/2006/relationships/slideLayout" Target="../slideLayouts/slideLayout21.xml"/><Relationship Id="rId11" Type="http://schemas.openxmlformats.org/officeDocument/2006/relationships/slideLayout" Target="../slideLayouts/slideLayout22.xml"/><Relationship Id="rId12" Type="http://schemas.openxmlformats.org/officeDocument/2006/relationships/slideLayout" Target="../slideLayouts/slideLayout23.xml"/><Relationship Id="rId13" Type="http://schemas.openxmlformats.org/officeDocument/2006/relationships/slideLayout" Target="../slideLayouts/slideLayout24.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0" name="PlaceHolder 1"/>
          <p:cNvSpPr>
            <a:spLocks noGrp="1"/>
          </p:cNvSpPr>
          <p:nvPr>
            <p:ph type="title"/>
          </p:nvPr>
        </p:nvSpPr>
        <p:spPr>
          <a:xfrm>
            <a:off x="457200" y="205200"/>
            <a:ext cx="8229240" cy="858600"/>
          </a:xfrm>
          <a:prstGeom prst="rect">
            <a:avLst/>
          </a:prstGeom>
          <a:noFill/>
          <a:ln w="0">
            <a:noFill/>
          </a:ln>
        </p:spPr>
        <p:txBody>
          <a:bodyPr lIns="0" rIns="0" tIns="0" bIns="0" anchor="ctr">
            <a:noAutofit/>
          </a:bodyPr>
          <a:p>
            <a:pPr algn="ctr">
              <a:buNone/>
            </a:pPr>
            <a:r>
              <a:rPr b="0" lang="fr-FR" sz="4400" spc="-1" strike="noStrike">
                <a:latin typeface="Arial"/>
              </a:rPr>
              <a:t>Click to edit the title text format</a:t>
            </a:r>
            <a:endParaRPr b="0" lang="fr-FR" sz="4400" spc="-1" strike="noStrike">
              <a:latin typeface="Arial"/>
            </a:endParaRPr>
          </a:p>
        </p:txBody>
      </p:sp>
      <p:sp>
        <p:nvSpPr>
          <p:cNvPr id="1" name="PlaceHolder 2"/>
          <p:cNvSpPr>
            <a:spLocks noGrp="1"/>
          </p:cNvSpPr>
          <p:nvPr>
            <p:ph type="body"/>
          </p:nvPr>
        </p:nvSpPr>
        <p:spPr>
          <a:xfrm>
            <a:off x="457200" y="1203480"/>
            <a:ext cx="8229240" cy="298296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fr-FR" sz="3200" spc="-1" strike="noStrike">
                <a:latin typeface="Arial"/>
              </a:rPr>
              <a:t>Click to edit the outline text format</a:t>
            </a:r>
            <a:endParaRPr b="0" lang="fr-FR" sz="3200" spc="-1" strike="noStrike">
              <a:latin typeface="Arial"/>
            </a:endParaRPr>
          </a:p>
          <a:p>
            <a:pPr lvl="1" marL="864000" indent="-324000">
              <a:spcBef>
                <a:spcPts val="1134"/>
              </a:spcBef>
              <a:buClr>
                <a:srgbClr val="000000"/>
              </a:buClr>
              <a:buSzPct val="75000"/>
              <a:buFont typeface="Symbol" charset="2"/>
              <a:buChar char=""/>
            </a:pPr>
            <a:r>
              <a:rPr b="0" lang="fr-FR" sz="2800" spc="-1" strike="noStrike">
                <a:latin typeface="Arial"/>
              </a:rPr>
              <a:t>Second Outline Level</a:t>
            </a:r>
            <a:endParaRPr b="0" lang="fr-FR" sz="2800" spc="-1" strike="noStrike">
              <a:latin typeface="Arial"/>
            </a:endParaRPr>
          </a:p>
          <a:p>
            <a:pPr lvl="2" marL="1296000" indent="-288000">
              <a:spcBef>
                <a:spcPts val="850"/>
              </a:spcBef>
              <a:buClr>
                <a:srgbClr val="000000"/>
              </a:buClr>
              <a:buSzPct val="45000"/>
              <a:buFont typeface="Wingdings" charset="2"/>
              <a:buChar char=""/>
            </a:pPr>
            <a:r>
              <a:rPr b="0" lang="fr-FR" sz="2400" spc="-1" strike="noStrike">
                <a:latin typeface="Arial"/>
              </a:rPr>
              <a:t>Third Outline Level</a:t>
            </a:r>
            <a:endParaRPr b="0" lang="fr-FR" sz="2400" spc="-1" strike="noStrike">
              <a:latin typeface="Arial"/>
            </a:endParaRPr>
          </a:p>
          <a:p>
            <a:pPr lvl="3" marL="1728000" indent="-216000">
              <a:spcBef>
                <a:spcPts val="567"/>
              </a:spcBef>
              <a:buClr>
                <a:srgbClr val="000000"/>
              </a:buClr>
              <a:buSzPct val="75000"/>
              <a:buFont typeface="Symbol" charset="2"/>
              <a:buChar char=""/>
            </a:pPr>
            <a:r>
              <a:rPr b="0" lang="fr-FR" sz="2000" spc="-1" strike="noStrike">
                <a:latin typeface="Arial"/>
              </a:rPr>
              <a:t>Fourth Outline Level</a:t>
            </a:r>
            <a:endParaRPr b="0" lang="fr-FR" sz="2000" spc="-1" strike="noStrike">
              <a:latin typeface="Arial"/>
            </a:endParaRPr>
          </a:p>
          <a:p>
            <a:pPr lvl="4" marL="2160000" indent="-216000">
              <a:spcBef>
                <a:spcPts val="283"/>
              </a:spcBef>
              <a:buClr>
                <a:srgbClr val="000000"/>
              </a:buClr>
              <a:buSzPct val="45000"/>
              <a:buFont typeface="Wingdings" charset="2"/>
              <a:buChar char=""/>
            </a:pPr>
            <a:r>
              <a:rPr b="0" lang="fr-FR" sz="2000" spc="-1" strike="noStrike">
                <a:latin typeface="Arial"/>
              </a:rPr>
              <a:t>Fifth Outline Level</a:t>
            </a:r>
            <a:endParaRPr b="0" lang="fr-FR" sz="2000" spc="-1" strike="noStrike">
              <a:latin typeface="Arial"/>
            </a:endParaRPr>
          </a:p>
          <a:p>
            <a:pPr lvl="5" marL="2592000" indent="-216000">
              <a:spcBef>
                <a:spcPts val="283"/>
              </a:spcBef>
              <a:buClr>
                <a:srgbClr val="000000"/>
              </a:buClr>
              <a:buSzPct val="45000"/>
              <a:buFont typeface="Wingdings" charset="2"/>
              <a:buChar char=""/>
            </a:pPr>
            <a:r>
              <a:rPr b="0" lang="fr-FR" sz="2000" spc="-1" strike="noStrike">
                <a:latin typeface="Arial"/>
              </a:rPr>
              <a:t>Sixth Outline Level</a:t>
            </a:r>
            <a:endParaRPr b="0" lang="fr-FR" sz="2000" spc="-1" strike="noStrike">
              <a:latin typeface="Arial"/>
            </a:endParaRPr>
          </a:p>
          <a:p>
            <a:pPr lvl="6" marL="3024000" indent="-216000">
              <a:spcBef>
                <a:spcPts val="283"/>
              </a:spcBef>
              <a:buClr>
                <a:srgbClr val="000000"/>
              </a:buClr>
              <a:buSzPct val="45000"/>
              <a:buFont typeface="Wingdings" charset="2"/>
              <a:buChar char=""/>
            </a:pPr>
            <a:r>
              <a:rPr b="0" lang="fr-FR" sz="2000" spc="-1" strike="noStrike">
                <a:latin typeface="Arial"/>
              </a:rPr>
              <a:t>Seventh Outline Level</a:t>
            </a:r>
            <a:endParaRPr b="0" lang="fr-FR" sz="2000" spc="-1" strike="noStrike">
              <a:latin typeface="Arial"/>
            </a:endParaRPr>
          </a:p>
        </p:txBody>
      </p:sp>
    </p:spTree>
  </p:cSld>
  <p:clrMap bg1="lt1" bg2="lt2" tx1="dk1"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sldMaster>
</file>

<file path=ppt/slideMasters/slideMaster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8" name="PlaceHolder 1"/>
          <p:cNvSpPr>
            <a:spLocks noGrp="1"/>
          </p:cNvSpPr>
          <p:nvPr>
            <p:ph type="title"/>
          </p:nvPr>
        </p:nvSpPr>
        <p:spPr>
          <a:xfrm>
            <a:off x="457200" y="205200"/>
            <a:ext cx="8228880" cy="858240"/>
          </a:xfrm>
          <a:prstGeom prst="rect">
            <a:avLst/>
          </a:prstGeom>
          <a:noFill/>
          <a:ln w="0">
            <a:noFill/>
          </a:ln>
        </p:spPr>
        <p:txBody>
          <a:bodyPr lIns="0" rIns="0" tIns="0" bIns="0" anchor="ctr">
            <a:noAutofit/>
          </a:bodyPr>
          <a:p>
            <a:r>
              <a:rPr b="0" lang="fr-FR" sz="1800" spc="-1" strike="noStrike">
                <a:latin typeface="Arial"/>
              </a:rPr>
              <a:t>Click to edit the title text format</a:t>
            </a:r>
            <a:endParaRPr b="0" lang="fr-FR" sz="1800" spc="-1" strike="noStrike">
              <a:latin typeface="Arial"/>
            </a:endParaRPr>
          </a:p>
        </p:txBody>
      </p:sp>
      <p:sp>
        <p:nvSpPr>
          <p:cNvPr id="39" name="PlaceHolder 2"/>
          <p:cNvSpPr>
            <a:spLocks noGrp="1"/>
          </p:cNvSpPr>
          <p:nvPr>
            <p:ph type="body"/>
          </p:nvPr>
        </p:nvSpPr>
        <p:spPr>
          <a:xfrm>
            <a:off x="457200" y="1203480"/>
            <a:ext cx="8228880" cy="298260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fr-FR" sz="1800" spc="-1" strike="noStrike">
                <a:latin typeface="Arial"/>
              </a:rPr>
              <a:t>Click to edit the outline text format</a:t>
            </a:r>
            <a:endParaRPr b="0" lang="fr-FR" sz="1800" spc="-1" strike="noStrike">
              <a:latin typeface="Arial"/>
            </a:endParaRPr>
          </a:p>
          <a:p>
            <a:pPr lvl="1" marL="864000" indent="-324000">
              <a:spcBef>
                <a:spcPts val="1134"/>
              </a:spcBef>
              <a:buClr>
                <a:srgbClr val="000000"/>
              </a:buClr>
              <a:buSzPct val="75000"/>
              <a:buFont typeface="Symbol" charset="2"/>
              <a:buChar char=""/>
            </a:pPr>
            <a:r>
              <a:rPr b="0" lang="fr-FR" sz="1800" spc="-1" strike="noStrike">
                <a:latin typeface="Arial"/>
              </a:rPr>
              <a:t>Second Outline Level</a:t>
            </a:r>
            <a:endParaRPr b="0" lang="fr-FR" sz="1800" spc="-1" strike="noStrike">
              <a:latin typeface="Arial"/>
            </a:endParaRPr>
          </a:p>
          <a:p>
            <a:pPr lvl="2" marL="1296000" indent="-288000">
              <a:spcBef>
                <a:spcPts val="850"/>
              </a:spcBef>
              <a:buClr>
                <a:srgbClr val="000000"/>
              </a:buClr>
              <a:buSzPct val="45000"/>
              <a:buFont typeface="Wingdings" charset="2"/>
              <a:buChar char=""/>
            </a:pPr>
            <a:r>
              <a:rPr b="0" lang="fr-FR" sz="1800" spc="-1" strike="noStrike">
                <a:latin typeface="Arial"/>
              </a:rPr>
              <a:t>Third Outline Level</a:t>
            </a:r>
            <a:endParaRPr b="0" lang="fr-FR" sz="1800" spc="-1" strike="noStrike">
              <a:latin typeface="Arial"/>
            </a:endParaRPr>
          </a:p>
          <a:p>
            <a:pPr lvl="3" marL="1728000" indent="-216000">
              <a:spcBef>
                <a:spcPts val="567"/>
              </a:spcBef>
              <a:buClr>
                <a:srgbClr val="000000"/>
              </a:buClr>
              <a:buSzPct val="75000"/>
              <a:buFont typeface="Symbol" charset="2"/>
              <a:buChar char=""/>
            </a:pPr>
            <a:r>
              <a:rPr b="0" lang="fr-FR" sz="1800" spc="-1" strike="noStrike">
                <a:latin typeface="Arial"/>
              </a:rPr>
              <a:t>Fourth Outline Level</a:t>
            </a:r>
            <a:endParaRPr b="0" lang="fr-FR" sz="1800" spc="-1" strike="noStrike">
              <a:latin typeface="Arial"/>
            </a:endParaRPr>
          </a:p>
          <a:p>
            <a:pPr lvl="4" marL="2160000" indent="-216000">
              <a:spcBef>
                <a:spcPts val="283"/>
              </a:spcBef>
              <a:buClr>
                <a:srgbClr val="000000"/>
              </a:buClr>
              <a:buSzPct val="45000"/>
              <a:buFont typeface="Wingdings" charset="2"/>
              <a:buChar char=""/>
            </a:pPr>
            <a:r>
              <a:rPr b="0" lang="fr-FR" sz="1800" spc="-1" strike="noStrike">
                <a:latin typeface="Arial"/>
              </a:rPr>
              <a:t>Fifth Outline Level</a:t>
            </a:r>
            <a:endParaRPr b="0" lang="fr-FR" sz="1800" spc="-1" strike="noStrike">
              <a:latin typeface="Arial"/>
            </a:endParaRPr>
          </a:p>
          <a:p>
            <a:pPr lvl="5" marL="2592000" indent="-216000">
              <a:spcBef>
                <a:spcPts val="283"/>
              </a:spcBef>
              <a:buClr>
                <a:srgbClr val="000000"/>
              </a:buClr>
              <a:buSzPct val="45000"/>
              <a:buFont typeface="Wingdings" charset="2"/>
              <a:buChar char=""/>
            </a:pPr>
            <a:r>
              <a:rPr b="0" lang="fr-FR" sz="1800" spc="-1" strike="noStrike">
                <a:latin typeface="Arial"/>
              </a:rPr>
              <a:t>Sixth Outline Level</a:t>
            </a:r>
            <a:endParaRPr b="0" lang="fr-FR" sz="1800" spc="-1" strike="noStrike">
              <a:latin typeface="Arial"/>
            </a:endParaRPr>
          </a:p>
          <a:p>
            <a:pPr lvl="6" marL="3024000" indent="-216000">
              <a:spcBef>
                <a:spcPts val="283"/>
              </a:spcBef>
              <a:buClr>
                <a:srgbClr val="000000"/>
              </a:buClr>
              <a:buSzPct val="45000"/>
              <a:buFont typeface="Wingdings" charset="2"/>
              <a:buChar char=""/>
            </a:pPr>
            <a:r>
              <a:rPr b="0" lang="fr-FR" sz="1800" spc="-1" strike="noStrike">
                <a:latin typeface="Arial"/>
              </a:rPr>
              <a:t>Seventh Outline Level</a:t>
            </a:r>
            <a:endParaRPr b="0" lang="fr-FR" sz="1800" spc="-1" strike="noStrike">
              <a:latin typeface="Arial"/>
            </a:endParaRPr>
          </a:p>
        </p:txBody>
      </p:sp>
    </p:spTree>
  </p:cSld>
  <p:clrMap bg1="lt1" bg2="lt2" tx1="dk1" tx2="dk2" accent1="accent1" accent2="accent2" accent3="accent3" accent4="accent4" accent5="accent5" accent6="accent6" hlink="hlink" folHlink="folHlink"/>
  <p:sldLayoutIdLst>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Lst>
</p:sldMaster>
</file>

<file path=ppt/slides/_rels/slide1.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
</Relationships>
</file>

<file path=ppt/slides/_rels/slide5.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xml"/><Relationship Id="rId3" Type="http://schemas.openxmlformats.org/officeDocument/2006/relationships/notesSlide" Target="../notesSlides/notesSlide5.xml"/>
</Relationships>
</file>

<file path=ppt/slides/_rels/slide6.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1.xml"/><Relationship Id="rId3" Type="http://schemas.openxmlformats.org/officeDocument/2006/relationships/notesSlide" Target="../notesSlides/notesSlide6.xml"/>
</Relationships>
</file>

<file path=ppt/slides/_rels/slide7.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1.xml"/><Relationship Id="rId3" Type="http://schemas.openxmlformats.org/officeDocument/2006/relationships/notesSlide" Target="../notesSlides/notesSlide7.xml"/>
</Relationships>
</file>

<file path=ppt/slides/_rels/slide8.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1.xml"/><Relationship Id="rId3" Type="http://schemas.openxmlformats.org/officeDocument/2006/relationships/notesSlide" Target="../notesSlides/notesSlide8.xml"/>
</Relationships>
</file>

<file path=ppt/slides/_rels/slide9.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slideLayout" Target="../slideLayouts/slideLayout1.xml"/><Relationship Id="rId3" Type="http://schemas.openxmlformats.org/officeDocument/2006/relationships/notesSlide" Target="../notesSlides/notesSlide9.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
</Relationships>
</file>

<file path=ppt/slides/_rels/slide11.xml.rels><?xml version="1.0" encoding="UTF-8"?>
<Relationships xmlns="http://schemas.openxmlformats.org/package/2006/relationships"><Relationship Id="rId1" Type="http://schemas.openxmlformats.org/officeDocument/2006/relationships/chart" Target="../charts/chart3.xml"/><Relationship Id="rId2" Type="http://schemas.openxmlformats.org/officeDocument/2006/relationships/slideLayout" Target="../slideLayouts/slideLayout1.xml"/><Relationship Id="rId3" Type="http://schemas.openxmlformats.org/officeDocument/2006/relationships/notesSlide" Target="../notesSlides/notesSlide11.xml"/>
</Relationships>
</file>

<file path=ppt/slides/_rels/slide12.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
</Relationships>
</file>

<file path=ppt/slides/_rels/slide13.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
</Relationships>
</file>

<file path=ppt/slides/_rels/slide14.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
</Relationships>
</file>

<file path=ppt/slides/_rels/slide15.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
</Relationships>
</file>

<file path=ppt/slides/_rels/slide16.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
</Relationships>
</file>

<file path=ppt/slides/_rels/slide17.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
</Relationships>
</file>

<file path=ppt/slides/_rels/slide18.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
</Relationships>
</file>

<file path=ppt/slides/_rels/slide19.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
</Relationships>
</file>

<file path=ppt/slides/_rels/slide20.xml.rels><?xml version="1.0" encoding="UTF-8"?>
<Relationships xmlns="http://schemas.openxmlformats.org/package/2006/relationships"><Relationship Id="rId1" Type="http://schemas.openxmlformats.org/officeDocument/2006/relationships/chart" Target="../charts/chart4.xml"/><Relationship Id="rId2" Type="http://schemas.openxmlformats.org/officeDocument/2006/relationships/slideLayout" Target="../slideLayouts/slideLayout1.xml"/><Relationship Id="rId3" Type="http://schemas.openxmlformats.org/officeDocument/2006/relationships/notesSlide" Target="../notesSlides/notesSlide20.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e3a5f"/>
        </a:solidFill>
      </p:bgPr>
    </p:bg>
    <p:spTree>
      <p:nvGrpSpPr>
        <p:cNvPr id="1" name=""/>
        <p:cNvGrpSpPr/>
        <p:nvPr/>
      </p:nvGrpSpPr>
      <p:grpSpPr>
        <a:xfrm>
          <a:off x="0" y="0"/>
          <a:ext cx="0" cy="0"/>
          <a:chOff x="0" y="0"/>
          <a:chExt cx="0" cy="0"/>
        </a:xfrm>
      </p:grpSpPr>
      <p:sp>
        <p:nvSpPr>
          <p:cNvPr id="82" name="Text 0"/>
          <p:cNvSpPr/>
          <p:nvPr/>
        </p:nvSpPr>
        <p:spPr>
          <a:xfrm>
            <a:off x="720000" y="1296000"/>
            <a:ext cx="8047440" cy="1826640"/>
          </a:xfrm>
          <a:prstGeom prst="rect">
            <a:avLst/>
          </a:prstGeom>
          <a:noFill/>
          <a:ln w="0">
            <a:noFill/>
          </a:ln>
        </p:spPr>
        <p:style>
          <a:lnRef idx="0"/>
          <a:fillRef idx="0"/>
          <a:effectRef idx="0"/>
          <a:fontRef idx="minor"/>
        </p:style>
        <p:txBody>
          <a:bodyPr lIns="90000" rIns="90000" tIns="45000" bIns="45000" anchor="ctr">
            <a:noAutofit/>
          </a:bodyPr>
          <a:p>
            <a:pPr algn="ctr">
              <a:lnSpc>
                <a:spcPct val="100000"/>
              </a:lnSpc>
              <a:buNone/>
              <a:tabLst>
                <a:tab algn="l" pos="0"/>
              </a:tabLst>
            </a:pPr>
            <a:r>
              <a:rPr b="1" lang="fr-FR" sz="2600" spc="-1" strike="noStrike">
                <a:solidFill>
                  <a:srgbClr val="ffffff"/>
                </a:solidFill>
                <a:latin typeface="Calibri"/>
                <a:ea typeface="DejaVu Sans"/>
              </a:rPr>
              <a:t>Modélisation des dynamiqes d’opinion dans la réduction de la consommation de viande: une approche par simulation multi-agents utilisant</a:t>
            </a:r>
            <a:endParaRPr b="0" lang="fr-FR" sz="2600" spc="-1" strike="noStrike">
              <a:latin typeface="Arial"/>
            </a:endParaRPr>
          </a:p>
          <a:p>
            <a:pPr algn="ctr">
              <a:lnSpc>
                <a:spcPct val="100000"/>
              </a:lnSpc>
              <a:buNone/>
              <a:tabLst>
                <a:tab algn="l" pos="0"/>
              </a:tabLst>
            </a:pPr>
            <a:r>
              <a:rPr b="1" lang="fr-FR" sz="2600" spc="-1" strike="noStrike">
                <a:solidFill>
                  <a:srgbClr val="ffffff"/>
                </a:solidFill>
                <a:latin typeface="Calibri"/>
                <a:ea typeface="DejaVu Sans"/>
              </a:rPr>
              <a:t>des données de délibération citoyenne</a:t>
            </a:r>
            <a:endParaRPr b="0" lang="fr-FR" sz="2600" spc="-1" strike="noStrike">
              <a:latin typeface="Arial"/>
            </a:endParaRPr>
          </a:p>
        </p:txBody>
      </p:sp>
      <p:sp>
        <p:nvSpPr>
          <p:cNvPr id="83" name="Text 1"/>
          <p:cNvSpPr/>
          <p:nvPr/>
        </p:nvSpPr>
        <p:spPr>
          <a:xfrm>
            <a:off x="914400" y="3291840"/>
            <a:ext cx="7313040" cy="912240"/>
          </a:xfrm>
          <a:prstGeom prst="rect">
            <a:avLst/>
          </a:prstGeom>
          <a:noFill/>
          <a:ln w="0">
            <a:noFill/>
          </a:ln>
        </p:spPr>
        <p:style>
          <a:lnRef idx="0"/>
          <a:fillRef idx="0"/>
          <a:effectRef idx="0"/>
          <a:fontRef idx="minor"/>
        </p:style>
        <p:txBody>
          <a:bodyPr lIns="90000" rIns="90000" tIns="45000" bIns="45000" anchor="ctr">
            <a:noAutofit/>
          </a:bodyPr>
          <a:p>
            <a:pPr algn="ctr">
              <a:lnSpc>
                <a:spcPct val="100000"/>
              </a:lnSpc>
              <a:buNone/>
              <a:tabLst>
                <a:tab algn="l" pos="0"/>
              </a:tabLst>
            </a:pPr>
            <a:r>
              <a:rPr b="0" i="1" lang="fr-FR" sz="1400" spc="-1" strike="noStrike">
                <a:solidFill>
                  <a:srgbClr val="cadcfc"/>
                </a:solidFill>
                <a:latin typeface="Calibri"/>
                <a:ea typeface="DejaVu Sans"/>
              </a:rPr>
              <a:t>Journées Scientifiques du départment Sciences de la Vie et Santé 2026</a:t>
            </a:r>
            <a:endParaRPr b="0" lang="fr-FR" sz="1400" spc="-1" strike="noStrike">
              <a:latin typeface="Arial"/>
            </a:endParaRPr>
          </a:p>
        </p:txBody>
      </p:sp>
      <p:sp>
        <p:nvSpPr>
          <p:cNvPr id="84" name="Text 2"/>
          <p:cNvSpPr/>
          <p:nvPr/>
        </p:nvSpPr>
        <p:spPr>
          <a:xfrm>
            <a:off x="914400" y="4029120"/>
            <a:ext cx="7313040" cy="363600"/>
          </a:xfrm>
          <a:prstGeom prst="rect">
            <a:avLst/>
          </a:prstGeom>
          <a:noFill/>
          <a:ln w="0">
            <a:noFill/>
          </a:ln>
        </p:spPr>
        <p:style>
          <a:lnRef idx="0"/>
          <a:fillRef idx="0"/>
          <a:effectRef idx="0"/>
          <a:fontRef idx="minor"/>
        </p:style>
        <p:txBody>
          <a:bodyPr lIns="90000" rIns="90000" tIns="45000" bIns="45000" anchor="ctr">
            <a:noAutofit/>
          </a:bodyPr>
          <a:p>
            <a:pPr algn="ctr">
              <a:lnSpc>
                <a:spcPct val="100000"/>
              </a:lnSpc>
              <a:buNone/>
              <a:tabLst>
                <a:tab algn="l" pos="0"/>
              </a:tabLst>
            </a:pPr>
            <a:r>
              <a:rPr b="0" lang="fr-FR" sz="900" spc="-1" strike="noStrike">
                <a:solidFill>
                  <a:srgbClr val="aaaaaa"/>
                </a:solidFill>
                <a:latin typeface="Calibri"/>
                <a:ea typeface="DejaVu Sans"/>
              </a:rPr>
              <a:t>Gregor Stolte, Nicolas Darcel, Patrick Taillandier</a:t>
            </a:r>
            <a:endParaRPr b="0" lang="fr-FR" sz="900" spc="-1" strike="noStrike">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85" name="Shape 0"/>
          <p:cNvSpPr/>
          <p:nvPr/>
        </p:nvSpPr>
        <p:spPr>
          <a:xfrm>
            <a:off x="0" y="0"/>
            <a:ext cx="9141840" cy="363600"/>
          </a:xfrm>
          <a:prstGeom prst="rect">
            <a:avLst/>
          </a:prstGeom>
          <a:solidFill>
            <a:srgbClr val="1e3a5f"/>
          </a:solidFill>
          <a:ln w="12700">
            <a:solidFill>
              <a:srgbClr val="1e3a5f"/>
            </a:solidFill>
            <a:round/>
          </a:ln>
        </p:spPr>
        <p:style>
          <a:lnRef idx="0"/>
          <a:fillRef idx="0"/>
          <a:effectRef idx="0"/>
          <a:fontRef idx="minor"/>
        </p:style>
      </p:sp>
      <p:sp>
        <p:nvSpPr>
          <p:cNvPr id="86" name="Text 1"/>
          <p:cNvSpPr/>
          <p:nvPr/>
        </p:nvSpPr>
        <p:spPr>
          <a:xfrm>
            <a:off x="182880" y="0"/>
            <a:ext cx="8776080" cy="363600"/>
          </a:xfrm>
          <a:prstGeom prst="rect">
            <a:avLst/>
          </a:prstGeom>
          <a:noFill/>
          <a:ln w="0">
            <a:noFill/>
          </a:ln>
        </p:spPr>
        <p:style>
          <a:lnRef idx="0"/>
          <a:fillRef idx="0"/>
          <a:effectRef idx="0"/>
          <a:fontRef idx="minor"/>
        </p:style>
        <p:txBody>
          <a:bodyPr lIns="0" rIns="0" tIns="0" bIns="0" anchor="ctr">
            <a:noAutofit/>
          </a:bodyPr>
          <a:p>
            <a:pPr>
              <a:lnSpc>
                <a:spcPct val="100000"/>
              </a:lnSpc>
              <a:buNone/>
              <a:tabLst>
                <a:tab algn="l" pos="0"/>
              </a:tabLst>
            </a:pPr>
            <a:r>
              <a:rPr b="1" lang="fr-FR" sz="1000" spc="-1" strike="noStrike">
                <a:solidFill>
                  <a:srgbClr val="ffffff"/>
                </a:solidFill>
                <a:latin typeface="Calibri"/>
                <a:ea typeface="DejaVu Sans"/>
              </a:rPr>
              <a:t>Agenda</a:t>
            </a:r>
            <a:endParaRPr b="0" lang="fr-FR" sz="1000" spc="-1" strike="noStrike">
              <a:latin typeface="Arial"/>
            </a:endParaRPr>
          </a:p>
        </p:txBody>
      </p:sp>
      <p:sp>
        <p:nvSpPr>
          <p:cNvPr id="87" name="PlaceHolder 1"/>
          <p:cNvSpPr>
            <a:spLocks noGrp="1"/>
          </p:cNvSpPr>
          <p:nvPr>
            <p:ph/>
          </p:nvPr>
        </p:nvSpPr>
        <p:spPr>
          <a:xfrm>
            <a:off x="457200" y="843480"/>
            <a:ext cx="8228880" cy="298260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b="0" lang="fr-FR" sz="2800" spc="-1" strike="noStrike">
                <a:latin typeface="Calibri"/>
              </a:rPr>
              <a:t>Notre problème</a:t>
            </a:r>
            <a:endParaRPr b="0" lang="fr-FR" sz="2800" spc="-1" strike="noStrike">
              <a:latin typeface="Arial"/>
            </a:endParaRPr>
          </a:p>
          <a:p>
            <a:pPr marL="432000" indent="-324000">
              <a:lnSpc>
                <a:spcPct val="100000"/>
              </a:lnSpc>
              <a:spcBef>
                <a:spcPts val="1417"/>
              </a:spcBef>
              <a:buClr>
                <a:srgbClr val="000000"/>
              </a:buClr>
              <a:buSzPct val="45000"/>
              <a:buFont typeface="Wingdings" charset="2"/>
              <a:buChar char=""/>
            </a:pPr>
            <a:r>
              <a:rPr b="0" lang="fr-FR" sz="2800" spc="-1" strike="noStrike">
                <a:latin typeface="Calibri"/>
              </a:rPr>
              <a:t>Les dynamiques d’opinion</a:t>
            </a:r>
            <a:endParaRPr b="0" lang="fr-FR" sz="2800" spc="-1" strike="noStrike">
              <a:latin typeface="Arial"/>
            </a:endParaRPr>
          </a:p>
          <a:p>
            <a:pPr marL="432000" indent="-324000">
              <a:lnSpc>
                <a:spcPct val="100000"/>
              </a:lnSpc>
              <a:spcBef>
                <a:spcPts val="1417"/>
              </a:spcBef>
              <a:buClr>
                <a:srgbClr val="000000"/>
              </a:buClr>
              <a:buSzPct val="45000"/>
              <a:buFont typeface="Wingdings" charset="2"/>
              <a:buChar char=""/>
            </a:pPr>
            <a:r>
              <a:rPr b="0" lang="fr-FR" sz="2800" spc="-1" strike="noStrike">
                <a:latin typeface="Calibri"/>
              </a:rPr>
              <a:t>L’expérience</a:t>
            </a:r>
            <a:endParaRPr b="0" lang="fr-FR" sz="2800" spc="-1" strike="noStrike">
              <a:latin typeface="Arial"/>
            </a:endParaRPr>
          </a:p>
          <a:p>
            <a:pPr marL="432000" indent="-324000">
              <a:lnSpc>
                <a:spcPct val="100000"/>
              </a:lnSpc>
              <a:spcBef>
                <a:spcPts val="1417"/>
              </a:spcBef>
              <a:buClr>
                <a:srgbClr val="000000"/>
              </a:buClr>
              <a:buSzPct val="45000"/>
              <a:buFont typeface="Wingdings" charset="2"/>
              <a:buChar char=""/>
            </a:pPr>
            <a:r>
              <a:rPr b="0" lang="fr-FR" sz="2800" spc="-1" strike="noStrike">
                <a:latin typeface="Calibri"/>
              </a:rPr>
              <a:t>Résultats</a:t>
            </a:r>
            <a:endParaRPr b="0" lang="fr-FR" sz="2800" spc="-1" strike="noStrike">
              <a:latin typeface="Arial"/>
            </a:endParaRPr>
          </a:p>
          <a:p>
            <a:pPr marL="432000" indent="-324000">
              <a:lnSpc>
                <a:spcPct val="100000"/>
              </a:lnSpc>
              <a:spcBef>
                <a:spcPts val="1417"/>
              </a:spcBef>
              <a:buClr>
                <a:srgbClr val="000000"/>
              </a:buClr>
              <a:buSzPct val="45000"/>
              <a:buFont typeface="Wingdings" charset="2"/>
              <a:buChar char=""/>
            </a:pPr>
            <a:r>
              <a:rPr b="0" lang="fr-FR" sz="2800" spc="-1" strike="noStrike">
                <a:latin typeface="Calibri"/>
              </a:rPr>
              <a:t>Prochaines étapes</a:t>
            </a:r>
            <a:endParaRPr b="0" lang="fr-FR" sz="2800" spc="-1" strike="noStrike">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88" name="Shape 1"/>
          <p:cNvSpPr/>
          <p:nvPr/>
        </p:nvSpPr>
        <p:spPr>
          <a:xfrm>
            <a:off x="0" y="0"/>
            <a:ext cx="9141840" cy="363600"/>
          </a:xfrm>
          <a:prstGeom prst="rect">
            <a:avLst/>
          </a:prstGeom>
          <a:solidFill>
            <a:srgbClr val="1e3a5f"/>
          </a:solidFill>
          <a:ln w="12700">
            <a:solidFill>
              <a:srgbClr val="1e3a5f"/>
            </a:solidFill>
            <a:round/>
          </a:ln>
        </p:spPr>
        <p:style>
          <a:lnRef idx="0"/>
          <a:fillRef idx="0"/>
          <a:effectRef idx="0"/>
          <a:fontRef idx="minor"/>
        </p:style>
      </p:sp>
      <p:sp>
        <p:nvSpPr>
          <p:cNvPr id="89" name="Text 3"/>
          <p:cNvSpPr/>
          <p:nvPr/>
        </p:nvSpPr>
        <p:spPr>
          <a:xfrm>
            <a:off x="182880" y="0"/>
            <a:ext cx="8776080" cy="363600"/>
          </a:xfrm>
          <a:prstGeom prst="rect">
            <a:avLst/>
          </a:prstGeom>
          <a:noFill/>
          <a:ln w="0">
            <a:noFill/>
          </a:ln>
        </p:spPr>
        <p:style>
          <a:lnRef idx="0"/>
          <a:fillRef idx="0"/>
          <a:effectRef idx="0"/>
          <a:fontRef idx="minor"/>
        </p:style>
        <p:txBody>
          <a:bodyPr lIns="0" rIns="0" tIns="0" bIns="0" anchor="ctr">
            <a:noAutofit/>
          </a:bodyPr>
          <a:p>
            <a:pPr>
              <a:lnSpc>
                <a:spcPct val="100000"/>
              </a:lnSpc>
              <a:buNone/>
              <a:tabLst>
                <a:tab algn="l" pos="0"/>
              </a:tabLst>
            </a:pPr>
            <a:r>
              <a:rPr b="1" lang="fr-FR" sz="1000" spc="-1" strike="noStrike">
                <a:solidFill>
                  <a:srgbClr val="ffffff"/>
                </a:solidFill>
                <a:latin typeface="Calibri"/>
                <a:ea typeface="DejaVu Sans"/>
              </a:rPr>
              <a:t>Notre Problème</a:t>
            </a:r>
            <a:endParaRPr b="0" lang="fr-FR" sz="1000" spc="-1" strike="noStrike">
              <a:latin typeface="Arial"/>
            </a:endParaRPr>
          </a:p>
        </p:txBody>
      </p:sp>
      <p:sp>
        <p:nvSpPr>
          <p:cNvPr id="90" name="Text 17"/>
          <p:cNvSpPr/>
          <p:nvPr/>
        </p:nvSpPr>
        <p:spPr>
          <a:xfrm>
            <a:off x="274320" y="457200"/>
            <a:ext cx="8593200" cy="546480"/>
          </a:xfrm>
          <a:prstGeom prst="rect">
            <a:avLst/>
          </a:prstGeom>
          <a:noFill/>
          <a:ln w="0">
            <a:noFill/>
          </a:ln>
        </p:spPr>
        <p:style>
          <a:lnRef idx="0"/>
          <a:fillRef idx="0"/>
          <a:effectRef idx="0"/>
          <a:fontRef idx="minor"/>
        </p:style>
        <p:txBody>
          <a:bodyPr lIns="90000" rIns="90000" tIns="45000" bIns="45000" anchor="ctr">
            <a:noAutofit/>
          </a:bodyPr>
          <a:p>
            <a:pPr>
              <a:lnSpc>
                <a:spcPct val="100000"/>
              </a:lnSpc>
              <a:buNone/>
              <a:tabLst>
                <a:tab algn="l" pos="0"/>
              </a:tabLst>
            </a:pPr>
            <a:r>
              <a:rPr b="1" lang="fr-FR" sz="2000" spc="-1" strike="noStrike">
                <a:solidFill>
                  <a:srgbClr val="1e3a5f"/>
                </a:solidFill>
                <a:latin typeface="Calibri"/>
                <a:ea typeface="DejaVu Sans"/>
              </a:rPr>
              <a:t>Transition vers les régimes durable</a:t>
            </a:r>
            <a:endParaRPr b="0" lang="fr-FR" sz="2000" spc="-1" strike="noStrike">
              <a:latin typeface="Arial"/>
            </a:endParaRPr>
          </a:p>
        </p:txBody>
      </p:sp>
      <p:sp>
        <p:nvSpPr>
          <p:cNvPr id="91" name="Shape 2"/>
          <p:cNvSpPr/>
          <p:nvPr/>
        </p:nvSpPr>
        <p:spPr>
          <a:xfrm>
            <a:off x="274320" y="1023840"/>
            <a:ext cx="8595360" cy="360"/>
          </a:xfrm>
          <a:prstGeom prst="line">
            <a:avLst/>
          </a:prstGeom>
          <a:ln w="12700">
            <a:solidFill>
              <a:srgbClr val="1e3a5f"/>
            </a:solidFill>
            <a:round/>
          </a:ln>
        </p:spPr>
        <p:style>
          <a:lnRef idx="0"/>
          <a:fillRef idx="0"/>
          <a:effectRef idx="0"/>
          <a:fontRef idx="minor"/>
        </p:style>
      </p:sp>
      <p:sp>
        <p:nvSpPr>
          <p:cNvPr id="92" name="Text 18"/>
          <p:cNvSpPr/>
          <p:nvPr/>
        </p:nvSpPr>
        <p:spPr>
          <a:xfrm>
            <a:off x="274320" y="1122120"/>
            <a:ext cx="8593200" cy="272160"/>
          </a:xfrm>
          <a:prstGeom prst="rect">
            <a:avLst/>
          </a:prstGeom>
          <a:noFill/>
          <a:ln w="0">
            <a:noFill/>
          </a:ln>
        </p:spPr>
        <p:style>
          <a:lnRef idx="0"/>
          <a:fillRef idx="0"/>
          <a:effectRef idx="0"/>
          <a:fontRef idx="minor"/>
        </p:style>
        <p:txBody>
          <a:bodyPr lIns="90000" rIns="90000" tIns="45000" bIns="45000" anchor="ctr">
            <a:noAutofit/>
          </a:bodyPr>
          <a:p>
            <a:pPr>
              <a:lnSpc>
                <a:spcPct val="100000"/>
              </a:lnSpc>
              <a:buNone/>
              <a:tabLst>
                <a:tab algn="l" pos="0"/>
              </a:tabLst>
            </a:pPr>
            <a:r>
              <a:rPr b="1" lang="fr-FR" sz="1100" spc="-1" strike="noStrike">
                <a:solidFill>
                  <a:srgbClr val="1e3a5f"/>
                </a:solidFill>
                <a:latin typeface="Calibri"/>
                <a:ea typeface="DejaVu Sans"/>
              </a:rPr>
              <a:t>Reduction des emissions liée a la production alimentaire</a:t>
            </a:r>
            <a:endParaRPr b="0" lang="fr-FR" sz="1100" spc="-1" strike="noStrike">
              <a:latin typeface="Arial"/>
            </a:endParaRPr>
          </a:p>
        </p:txBody>
      </p:sp>
      <p:sp>
        <p:nvSpPr>
          <p:cNvPr id="93" name="Text 19"/>
          <p:cNvSpPr/>
          <p:nvPr/>
        </p:nvSpPr>
        <p:spPr>
          <a:xfrm>
            <a:off x="288000" y="2052000"/>
            <a:ext cx="8593200" cy="1003680"/>
          </a:xfrm>
          <a:prstGeom prst="rect">
            <a:avLst/>
          </a:prstGeom>
          <a:noFill/>
          <a:ln w="0">
            <a:noFill/>
          </a:ln>
        </p:spPr>
        <p:style>
          <a:lnRef idx="0"/>
          <a:fillRef idx="0"/>
          <a:effectRef idx="0"/>
          <a:fontRef idx="minor"/>
        </p:style>
        <p:txBody>
          <a:bodyPr lIns="90000" rIns="90000" tIns="45000" bIns="45000" anchor="ctr">
            <a:noAutofit/>
          </a:bodyPr>
          <a:p>
            <a:pPr marL="216000" indent="-216000">
              <a:lnSpc>
                <a:spcPct val="100000"/>
              </a:lnSpc>
              <a:buClr>
                <a:srgbClr val="000000"/>
              </a:buClr>
              <a:buSzPct val="45000"/>
              <a:buFont typeface="Wingdings" charset="2"/>
              <a:buChar char=""/>
              <a:tabLst>
                <a:tab algn="l" pos="0"/>
              </a:tabLst>
            </a:pPr>
            <a:r>
              <a:rPr b="0" lang="fr-FR" sz="1000" spc="-1" strike="noStrike">
                <a:solidFill>
                  <a:srgbClr val="333333"/>
                </a:solidFill>
                <a:latin typeface="Calibri"/>
                <a:ea typeface="DejaVu Sans"/>
              </a:rPr>
              <a:t>Les choix alimentaires ont un impact sur la santé (Springmann et al., 2016), la planète (Springmann et al., 2016), et l’environnement (Garnett, 2008)</a:t>
            </a:r>
            <a:endParaRPr b="0" lang="fr-FR" sz="1000" spc="-1" strike="noStrike">
              <a:latin typeface="Arial"/>
            </a:endParaRPr>
          </a:p>
          <a:p>
            <a:pPr>
              <a:lnSpc>
                <a:spcPct val="100000"/>
              </a:lnSpc>
              <a:buNone/>
              <a:tabLst>
                <a:tab algn="l" pos="0"/>
              </a:tabLst>
            </a:pPr>
            <a:endParaRPr b="0" lang="fr-FR" sz="1000" spc="-1" strike="noStrike">
              <a:latin typeface="Arial"/>
            </a:endParaRPr>
          </a:p>
          <a:p>
            <a:pPr>
              <a:lnSpc>
                <a:spcPct val="100000"/>
              </a:lnSpc>
              <a:buNone/>
              <a:tabLst>
                <a:tab algn="l" pos="0"/>
              </a:tabLst>
            </a:pPr>
            <a:endParaRPr b="0" lang="fr-FR" sz="1000" spc="-1" strike="noStrike">
              <a:latin typeface="Arial"/>
            </a:endParaRPr>
          </a:p>
          <a:p>
            <a:pPr>
              <a:lnSpc>
                <a:spcPct val="100000"/>
              </a:lnSpc>
              <a:buNone/>
              <a:tabLst>
                <a:tab algn="l" pos="0"/>
              </a:tabLst>
            </a:pPr>
            <a:endParaRPr b="0" lang="fr-FR" sz="1000" spc="-1" strike="noStrike">
              <a:latin typeface="Arial"/>
            </a:endParaRPr>
          </a:p>
          <a:p>
            <a:pPr marL="216000" indent="-216000">
              <a:lnSpc>
                <a:spcPct val="100000"/>
              </a:lnSpc>
              <a:buClr>
                <a:srgbClr val="000000"/>
              </a:buClr>
              <a:buSzPct val="45000"/>
              <a:buFont typeface="Wingdings" charset="2"/>
              <a:buChar char=""/>
              <a:tabLst>
                <a:tab algn="l" pos="0"/>
              </a:tabLst>
            </a:pPr>
            <a:r>
              <a:rPr b="0" lang="fr-FR" sz="1000" spc="-1" strike="noStrike">
                <a:solidFill>
                  <a:srgbClr val="333333"/>
                </a:solidFill>
                <a:latin typeface="Calibri"/>
                <a:ea typeface="DejaVu Sans"/>
              </a:rPr>
              <a:t>Initiatives</a:t>
            </a:r>
            <a:endParaRPr b="0" lang="fr-FR" sz="1000" spc="-1" strike="noStrike">
              <a:latin typeface="Arial"/>
            </a:endParaRPr>
          </a:p>
          <a:p>
            <a:pPr lvl="1" marL="432000" indent="-216000">
              <a:lnSpc>
                <a:spcPct val="100000"/>
              </a:lnSpc>
              <a:buClr>
                <a:srgbClr val="000000"/>
              </a:buClr>
              <a:buSzPct val="45000"/>
              <a:buFont typeface="Wingdings" charset="2"/>
              <a:buChar char=""/>
              <a:tabLst>
                <a:tab algn="l" pos="0"/>
              </a:tabLst>
            </a:pPr>
            <a:r>
              <a:rPr b="0" lang="fr-FR" sz="1000" spc="-1" strike="noStrike">
                <a:solidFill>
                  <a:srgbClr val="333333"/>
                </a:solidFill>
                <a:latin typeface="Calibri"/>
                <a:ea typeface="DejaVu Sans"/>
              </a:rPr>
              <a:t>Eat-Lancet (Rockstroem et al., 2025)</a:t>
            </a:r>
            <a:endParaRPr b="0" lang="fr-FR" sz="1000" spc="-1" strike="noStrike">
              <a:latin typeface="Arial"/>
            </a:endParaRPr>
          </a:p>
          <a:p>
            <a:pPr lvl="1" marL="432000" indent="-216000">
              <a:lnSpc>
                <a:spcPct val="100000"/>
              </a:lnSpc>
              <a:buClr>
                <a:srgbClr val="000000"/>
              </a:buClr>
              <a:buSzPct val="45000"/>
              <a:buFont typeface="Wingdings" charset="2"/>
              <a:buChar char=""/>
              <a:tabLst>
                <a:tab algn="l" pos="0"/>
              </a:tabLst>
            </a:pPr>
            <a:r>
              <a:rPr b="0" lang="fr-FR" sz="1000" spc="-1" strike="noStrike">
                <a:solidFill>
                  <a:srgbClr val="333333"/>
                </a:solidFill>
                <a:latin typeface="Calibri"/>
                <a:ea typeface="DejaVu Sans"/>
              </a:rPr>
              <a:t>Plan National Intégré Énergie-Climat Francais 2021-2030 (European Commission, 2024)</a:t>
            </a:r>
            <a:endParaRPr b="0" lang="fr-FR" sz="1000" spc="-1" strike="noStrike">
              <a:latin typeface="Arial"/>
            </a:endParaRPr>
          </a:p>
          <a:p>
            <a:pPr lvl="1" marL="432000" indent="-216000">
              <a:lnSpc>
                <a:spcPct val="100000"/>
              </a:lnSpc>
              <a:buClr>
                <a:srgbClr val="000000"/>
              </a:buClr>
              <a:buSzPct val="45000"/>
              <a:buFont typeface="Wingdings" charset="2"/>
              <a:buChar char=""/>
              <a:tabLst>
                <a:tab algn="l" pos="0"/>
              </a:tabLst>
            </a:pPr>
            <a:r>
              <a:rPr b="0" lang="fr-FR" sz="1000" spc="-1" strike="noStrike">
                <a:solidFill>
                  <a:srgbClr val="333333"/>
                </a:solidFill>
                <a:latin typeface="Calibri"/>
                <a:ea typeface="DejaVu Sans"/>
              </a:rPr>
              <a:t>Paris Agreement (OECD, 2025)</a:t>
            </a:r>
            <a:endParaRPr b="0" lang="fr-FR" sz="1000" spc="-1" strike="noStrike">
              <a:latin typeface="Arial"/>
            </a:endParaRPr>
          </a:p>
          <a:p>
            <a:pPr>
              <a:lnSpc>
                <a:spcPct val="100000"/>
              </a:lnSpc>
              <a:buNone/>
              <a:tabLst>
                <a:tab algn="l" pos="0"/>
              </a:tabLst>
            </a:pPr>
            <a:endParaRPr b="0" lang="fr-FR" sz="1000" spc="-1" strike="noStrike">
              <a:latin typeface="Arial"/>
            </a:endParaRPr>
          </a:p>
          <a:p>
            <a:pPr>
              <a:lnSpc>
                <a:spcPct val="100000"/>
              </a:lnSpc>
              <a:buNone/>
              <a:tabLst>
                <a:tab algn="l" pos="0"/>
              </a:tabLst>
            </a:pPr>
            <a:endParaRPr b="0" lang="fr-FR" sz="1000" spc="-1" strike="noStrike">
              <a:latin typeface="Arial"/>
            </a:endParaRPr>
          </a:p>
          <a:p>
            <a:pPr>
              <a:lnSpc>
                <a:spcPct val="100000"/>
              </a:lnSpc>
              <a:buNone/>
              <a:tabLst>
                <a:tab algn="l" pos="0"/>
              </a:tabLst>
            </a:pPr>
            <a:endParaRPr b="0" lang="fr-FR" sz="1000" spc="-1" strike="noStrike">
              <a:latin typeface="Arial"/>
            </a:endParaRPr>
          </a:p>
          <a:p>
            <a:pPr marL="216000" indent="-216000">
              <a:lnSpc>
                <a:spcPct val="100000"/>
              </a:lnSpc>
              <a:buClr>
                <a:srgbClr val="000000"/>
              </a:buClr>
              <a:buSzPct val="45000"/>
              <a:buFont typeface="Wingdings" charset="2"/>
              <a:buChar char=""/>
              <a:tabLst>
                <a:tab algn="l" pos="0"/>
              </a:tabLst>
            </a:pPr>
            <a:r>
              <a:rPr b="0" lang="fr-FR" sz="1000" spc="-1" strike="noStrike">
                <a:solidFill>
                  <a:srgbClr val="333333"/>
                </a:solidFill>
                <a:latin typeface="Calibri"/>
                <a:ea typeface="DejaVu Sans"/>
              </a:rPr>
              <a:t>Ceci implique la </a:t>
            </a:r>
            <a:r>
              <a:rPr b="1" lang="fr-FR" sz="1000" spc="-1" strike="noStrike">
                <a:solidFill>
                  <a:srgbClr val="333333"/>
                </a:solidFill>
                <a:latin typeface="Calibri"/>
                <a:ea typeface="DejaVu Sans"/>
              </a:rPr>
              <a:t>réduction</a:t>
            </a:r>
            <a:r>
              <a:rPr b="0" lang="fr-FR" sz="1000" spc="-1" strike="noStrike">
                <a:solidFill>
                  <a:srgbClr val="333333"/>
                </a:solidFill>
                <a:latin typeface="Calibri"/>
                <a:ea typeface="DejaVu Sans"/>
              </a:rPr>
              <a:t> de consomation de viande et un </a:t>
            </a:r>
            <a:r>
              <a:rPr b="1" lang="fr-FR" sz="1000" spc="-1" strike="noStrike">
                <a:solidFill>
                  <a:srgbClr val="333333"/>
                </a:solidFill>
                <a:latin typeface="Calibri"/>
                <a:ea typeface="DejaVu Sans"/>
              </a:rPr>
              <a:t>changement</a:t>
            </a:r>
            <a:r>
              <a:rPr b="0" lang="fr-FR" sz="1000" spc="-1" strike="noStrike">
                <a:solidFill>
                  <a:srgbClr val="333333"/>
                </a:solidFill>
                <a:latin typeface="Calibri"/>
                <a:ea typeface="DejaVu Sans"/>
              </a:rPr>
              <a:t> de régime </a:t>
            </a:r>
            <a:endParaRPr b="0" lang="fr-FR" sz="1000" spc="-1" strike="noStrike">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94" name="Shape 6"/>
          <p:cNvSpPr/>
          <p:nvPr/>
        </p:nvSpPr>
        <p:spPr>
          <a:xfrm>
            <a:off x="0" y="0"/>
            <a:ext cx="9141840" cy="363600"/>
          </a:xfrm>
          <a:prstGeom prst="rect">
            <a:avLst/>
          </a:prstGeom>
          <a:solidFill>
            <a:srgbClr val="1e3a5f"/>
          </a:solidFill>
          <a:ln w="12700">
            <a:solidFill>
              <a:srgbClr val="1e3a5f"/>
            </a:solidFill>
            <a:round/>
          </a:ln>
        </p:spPr>
        <p:style>
          <a:lnRef idx="0"/>
          <a:fillRef idx="0"/>
          <a:effectRef idx="0"/>
          <a:fontRef idx="minor"/>
        </p:style>
      </p:sp>
      <p:sp>
        <p:nvSpPr>
          <p:cNvPr id="95" name="Text 21"/>
          <p:cNvSpPr/>
          <p:nvPr/>
        </p:nvSpPr>
        <p:spPr>
          <a:xfrm>
            <a:off x="182880" y="0"/>
            <a:ext cx="8776080" cy="363600"/>
          </a:xfrm>
          <a:prstGeom prst="rect">
            <a:avLst/>
          </a:prstGeom>
          <a:noFill/>
          <a:ln w="0">
            <a:noFill/>
          </a:ln>
        </p:spPr>
        <p:style>
          <a:lnRef idx="0"/>
          <a:fillRef idx="0"/>
          <a:effectRef idx="0"/>
          <a:fontRef idx="minor"/>
        </p:style>
        <p:txBody>
          <a:bodyPr lIns="0" rIns="0" tIns="0" bIns="0" anchor="ctr">
            <a:noAutofit/>
          </a:bodyPr>
          <a:p>
            <a:pPr>
              <a:lnSpc>
                <a:spcPct val="100000"/>
              </a:lnSpc>
              <a:buNone/>
              <a:tabLst>
                <a:tab algn="l" pos="0"/>
              </a:tabLst>
            </a:pPr>
            <a:r>
              <a:rPr b="1" lang="fr-FR" sz="1000" spc="-1" strike="noStrike">
                <a:solidFill>
                  <a:srgbClr val="ffffff"/>
                </a:solidFill>
                <a:latin typeface="Calibri"/>
                <a:ea typeface="DejaVu Sans"/>
              </a:rPr>
              <a:t>Notre Problème</a:t>
            </a:r>
            <a:endParaRPr b="0" lang="fr-FR" sz="1000" spc="-1" strike="noStrike">
              <a:latin typeface="Arial"/>
            </a:endParaRPr>
          </a:p>
        </p:txBody>
      </p:sp>
      <p:sp>
        <p:nvSpPr>
          <p:cNvPr id="96" name="Text 22"/>
          <p:cNvSpPr/>
          <p:nvPr/>
        </p:nvSpPr>
        <p:spPr>
          <a:xfrm>
            <a:off x="274320" y="457200"/>
            <a:ext cx="8593200" cy="546480"/>
          </a:xfrm>
          <a:prstGeom prst="rect">
            <a:avLst/>
          </a:prstGeom>
          <a:noFill/>
          <a:ln w="0">
            <a:noFill/>
          </a:ln>
        </p:spPr>
        <p:style>
          <a:lnRef idx="0"/>
          <a:fillRef idx="0"/>
          <a:effectRef idx="0"/>
          <a:fontRef idx="minor"/>
        </p:style>
        <p:txBody>
          <a:bodyPr lIns="90000" rIns="90000" tIns="45000" bIns="45000" anchor="ctr">
            <a:noAutofit/>
          </a:bodyPr>
          <a:p>
            <a:pPr>
              <a:lnSpc>
                <a:spcPct val="100000"/>
              </a:lnSpc>
              <a:buNone/>
              <a:tabLst>
                <a:tab algn="l" pos="0"/>
              </a:tabLst>
            </a:pPr>
            <a:r>
              <a:rPr b="1" lang="en-US" sz="2000" spc="-1" strike="noStrike">
                <a:solidFill>
                  <a:srgbClr val="1e3a5f"/>
                </a:solidFill>
                <a:latin typeface="Calibri"/>
                <a:ea typeface="DejaVu Sans"/>
              </a:rPr>
              <a:t>Comment peut on réduire notre consommation?</a:t>
            </a:r>
            <a:endParaRPr b="0" lang="fr-FR" sz="2000" spc="-1" strike="noStrike">
              <a:latin typeface="Arial"/>
            </a:endParaRPr>
          </a:p>
        </p:txBody>
      </p:sp>
      <p:sp>
        <p:nvSpPr>
          <p:cNvPr id="97" name="Shape 7"/>
          <p:cNvSpPr/>
          <p:nvPr/>
        </p:nvSpPr>
        <p:spPr>
          <a:xfrm>
            <a:off x="274320" y="1023840"/>
            <a:ext cx="8595360" cy="360"/>
          </a:xfrm>
          <a:prstGeom prst="line">
            <a:avLst/>
          </a:prstGeom>
          <a:ln w="12700">
            <a:solidFill>
              <a:srgbClr val="1e3a5f"/>
            </a:solidFill>
            <a:round/>
          </a:ln>
        </p:spPr>
        <p:style>
          <a:lnRef idx="0"/>
          <a:fillRef idx="0"/>
          <a:effectRef idx="0"/>
          <a:fontRef idx="minor"/>
        </p:style>
      </p:sp>
      <p:sp>
        <p:nvSpPr>
          <p:cNvPr id="98" name="Text 23"/>
          <p:cNvSpPr/>
          <p:nvPr/>
        </p:nvSpPr>
        <p:spPr>
          <a:xfrm>
            <a:off x="274320" y="1122120"/>
            <a:ext cx="8593200" cy="272160"/>
          </a:xfrm>
          <a:prstGeom prst="rect">
            <a:avLst/>
          </a:prstGeom>
          <a:noFill/>
          <a:ln w="0">
            <a:noFill/>
          </a:ln>
        </p:spPr>
        <p:style>
          <a:lnRef idx="0"/>
          <a:fillRef idx="0"/>
          <a:effectRef idx="0"/>
          <a:fontRef idx="minor"/>
        </p:style>
        <p:txBody>
          <a:bodyPr lIns="90000" rIns="90000" tIns="45000" bIns="45000" anchor="ctr">
            <a:noAutofit/>
          </a:bodyPr>
          <a:p>
            <a:pPr>
              <a:lnSpc>
                <a:spcPct val="100000"/>
              </a:lnSpc>
              <a:buNone/>
              <a:tabLst>
                <a:tab algn="l" pos="0"/>
              </a:tabLst>
            </a:pPr>
            <a:r>
              <a:rPr b="1" lang="fr-FR" sz="1100" spc="-1" strike="noStrike">
                <a:solidFill>
                  <a:srgbClr val="1e3a5f"/>
                </a:solidFill>
                <a:latin typeface="Calibri"/>
                <a:ea typeface="DejaVu Sans"/>
              </a:rPr>
              <a:t>Les choix alimentaires sont social (Cruwys et al., 2015)</a:t>
            </a:r>
            <a:endParaRPr b="0" lang="fr-FR" sz="1100" spc="-1" strike="noStrike">
              <a:latin typeface="Arial"/>
            </a:endParaRPr>
          </a:p>
        </p:txBody>
      </p:sp>
      <p:sp>
        <p:nvSpPr>
          <p:cNvPr id="99" name="Text 24"/>
          <p:cNvSpPr/>
          <p:nvPr/>
        </p:nvSpPr>
        <p:spPr>
          <a:xfrm>
            <a:off x="288000" y="2268000"/>
            <a:ext cx="8593200" cy="1003680"/>
          </a:xfrm>
          <a:prstGeom prst="rect">
            <a:avLst/>
          </a:prstGeom>
          <a:noFill/>
          <a:ln w="0">
            <a:noFill/>
          </a:ln>
        </p:spPr>
        <p:style>
          <a:lnRef idx="0"/>
          <a:fillRef idx="0"/>
          <a:effectRef idx="0"/>
          <a:fontRef idx="minor"/>
        </p:style>
        <p:txBody>
          <a:bodyPr lIns="90000" rIns="90000" tIns="45000" bIns="45000" anchor="ctr">
            <a:noAutofit/>
          </a:bodyPr>
          <a:p>
            <a:pPr marL="216000" indent="-216000">
              <a:lnSpc>
                <a:spcPct val="100000"/>
              </a:lnSpc>
              <a:buClr>
                <a:srgbClr val="000000"/>
              </a:buClr>
              <a:buSzPct val="45000"/>
              <a:buFont typeface="Wingdings" charset="2"/>
              <a:buChar char=""/>
              <a:tabLst>
                <a:tab algn="l" pos="0"/>
              </a:tabLst>
            </a:pPr>
            <a:endParaRPr b="0" lang="fr-FR" sz="1000" spc="-1" strike="noStrike">
              <a:latin typeface="Arial"/>
            </a:endParaRPr>
          </a:p>
          <a:p>
            <a:pPr marL="216000" indent="-216000">
              <a:lnSpc>
                <a:spcPct val="100000"/>
              </a:lnSpc>
              <a:buClr>
                <a:srgbClr val="000000"/>
              </a:buClr>
              <a:buSzPct val="45000"/>
              <a:buFont typeface="Wingdings" charset="2"/>
              <a:buChar char=""/>
              <a:tabLst>
                <a:tab algn="l" pos="0"/>
              </a:tabLst>
            </a:pPr>
            <a:r>
              <a:rPr b="0" lang="fr-FR" sz="1000" spc="-1" strike="noStrike">
                <a:solidFill>
                  <a:srgbClr val="333333"/>
                </a:solidFill>
                <a:latin typeface="Calibri"/>
                <a:ea typeface="DejaVu Sans"/>
              </a:rPr>
              <a:t>Les attitudes</a:t>
            </a:r>
            <a:endParaRPr b="0" lang="fr-FR" sz="1000" spc="-1" strike="noStrike">
              <a:latin typeface="Arial"/>
            </a:endParaRPr>
          </a:p>
          <a:p>
            <a:pPr lvl="1" marL="432000" indent="-216000">
              <a:lnSpc>
                <a:spcPct val="100000"/>
              </a:lnSpc>
              <a:buClr>
                <a:srgbClr val="000000"/>
              </a:buClr>
              <a:buSzPct val="45000"/>
              <a:buFont typeface="Wingdings" charset="2"/>
              <a:buChar char=""/>
              <a:tabLst>
                <a:tab algn="l" pos="0"/>
              </a:tabLst>
            </a:pPr>
            <a:r>
              <a:rPr b="0" lang="fr-FR" sz="1000" spc="-1" strike="noStrike">
                <a:solidFill>
                  <a:srgbClr val="333333"/>
                </a:solidFill>
                <a:latin typeface="Calibri"/>
                <a:ea typeface="DejaVu Sans"/>
              </a:rPr>
              <a:t>Crous, restaurants, cantines</a:t>
            </a:r>
            <a:endParaRPr b="0" lang="fr-FR" sz="1000" spc="-1" strike="noStrike">
              <a:latin typeface="Arial"/>
            </a:endParaRPr>
          </a:p>
          <a:p>
            <a:pPr lvl="1" marL="432000" indent="-216000">
              <a:lnSpc>
                <a:spcPct val="100000"/>
              </a:lnSpc>
              <a:buClr>
                <a:srgbClr val="000000"/>
              </a:buClr>
              <a:buSzPct val="45000"/>
              <a:buFont typeface="Wingdings" charset="2"/>
              <a:buChar char=""/>
              <a:tabLst>
                <a:tab algn="l" pos="0"/>
              </a:tabLst>
            </a:pPr>
            <a:r>
              <a:rPr b="0" lang="fr-FR" sz="1000" spc="-1" strike="noStrike">
                <a:solidFill>
                  <a:srgbClr val="333333"/>
                </a:solidFill>
                <a:latin typeface="Calibri"/>
                <a:ea typeface="DejaVu Sans"/>
              </a:rPr>
              <a:t>Méme tout seul</a:t>
            </a:r>
            <a:endParaRPr b="0" lang="fr-FR" sz="1000" spc="-1" strike="noStrike">
              <a:latin typeface="Arial"/>
            </a:endParaRPr>
          </a:p>
          <a:p>
            <a:pPr>
              <a:lnSpc>
                <a:spcPct val="100000"/>
              </a:lnSpc>
              <a:buNone/>
              <a:tabLst>
                <a:tab algn="l" pos="0"/>
              </a:tabLst>
            </a:pPr>
            <a:endParaRPr b="0" lang="fr-FR" sz="1000" spc="-1" strike="noStrike">
              <a:latin typeface="Arial"/>
            </a:endParaRPr>
          </a:p>
          <a:p>
            <a:pPr marL="216000" indent="-216000">
              <a:lnSpc>
                <a:spcPct val="100000"/>
              </a:lnSpc>
              <a:buClr>
                <a:srgbClr val="000000"/>
              </a:buClr>
              <a:buSzPct val="45000"/>
              <a:buFont typeface="Wingdings" charset="2"/>
              <a:buChar char=""/>
              <a:tabLst>
                <a:tab algn="l" pos="0"/>
              </a:tabLst>
            </a:pPr>
            <a:r>
              <a:rPr b="0" lang="fr-FR" sz="1000" spc="-1" strike="noStrike">
                <a:solidFill>
                  <a:srgbClr val="333333"/>
                </a:solidFill>
                <a:latin typeface="Calibri"/>
                <a:ea typeface="DejaVu Sans"/>
              </a:rPr>
              <a:t>Est-ce qu’on s’influence?</a:t>
            </a:r>
            <a:endParaRPr b="0" lang="fr-FR" sz="1000" spc="-1" strike="noStrike">
              <a:latin typeface="Arial"/>
            </a:endParaRPr>
          </a:p>
          <a:p>
            <a:pPr lvl="1" marL="432000" indent="-216000">
              <a:lnSpc>
                <a:spcPct val="100000"/>
              </a:lnSpc>
              <a:buClr>
                <a:srgbClr val="000000"/>
              </a:buClr>
              <a:buSzPct val="45000"/>
              <a:buFont typeface="Wingdings" charset="2"/>
              <a:buChar char=""/>
              <a:tabLst>
                <a:tab algn="l" pos="0"/>
              </a:tabLst>
            </a:pPr>
            <a:r>
              <a:rPr b="1" lang="fr-FR" sz="1000" spc="-1" strike="noStrike">
                <a:solidFill>
                  <a:srgbClr val="333333"/>
                </a:solidFill>
                <a:latin typeface="Calibri"/>
                <a:ea typeface="DejaVu Sans"/>
              </a:rPr>
              <a:t>OUI!</a:t>
            </a:r>
            <a:endParaRPr b="0" lang="fr-FR" sz="1000" spc="-1" strike="noStrike">
              <a:latin typeface="Arial"/>
            </a:endParaRPr>
          </a:p>
          <a:p>
            <a:pPr lvl="1" marL="432000" indent="-216000">
              <a:lnSpc>
                <a:spcPct val="100000"/>
              </a:lnSpc>
              <a:buClr>
                <a:srgbClr val="000000"/>
              </a:buClr>
              <a:buSzPct val="45000"/>
              <a:buFont typeface="Wingdings" charset="2"/>
              <a:buChar char=""/>
              <a:tabLst>
                <a:tab algn="l" pos="0"/>
              </a:tabLst>
            </a:pPr>
            <a:r>
              <a:rPr b="0" lang="fr-FR" sz="1000" spc="-1" strike="noStrike">
                <a:solidFill>
                  <a:srgbClr val="333333"/>
                </a:solidFill>
                <a:latin typeface="Calibri"/>
                <a:ea typeface="DejaVu Sans"/>
              </a:rPr>
              <a:t>Et comment?</a:t>
            </a:r>
            <a:endParaRPr b="0" lang="fr-FR" sz="1000" spc="-1" strike="noStrike">
              <a:latin typeface="Arial"/>
            </a:endParaRPr>
          </a:p>
          <a:p>
            <a:pPr lvl="1" marL="432000" indent="-216000">
              <a:lnSpc>
                <a:spcPct val="100000"/>
              </a:lnSpc>
              <a:buClr>
                <a:srgbClr val="000000"/>
              </a:buClr>
              <a:buSzPct val="45000"/>
              <a:buFont typeface="Wingdings" charset="2"/>
              <a:buChar char=""/>
              <a:tabLst>
                <a:tab algn="l" pos="0"/>
              </a:tabLst>
            </a:pPr>
            <a:r>
              <a:rPr b="0" lang="fr-FR" sz="1000" spc="-1" strike="noStrike">
                <a:solidFill>
                  <a:srgbClr val="333333"/>
                </a:solidFill>
                <a:latin typeface="Calibri"/>
                <a:ea typeface="DejaVu Sans"/>
              </a:rPr>
              <a:t>Observation (choix des autres, réagissements)</a:t>
            </a:r>
            <a:endParaRPr b="0" lang="fr-FR" sz="1000" spc="-1" strike="noStrike">
              <a:latin typeface="Arial"/>
            </a:endParaRPr>
          </a:p>
          <a:p>
            <a:pPr lvl="2" marL="648000" indent="-216000">
              <a:lnSpc>
                <a:spcPct val="100000"/>
              </a:lnSpc>
              <a:buClr>
                <a:srgbClr val="000000"/>
              </a:buClr>
              <a:buSzPct val="45000"/>
              <a:buFont typeface="Wingdings" charset="2"/>
              <a:buChar char=""/>
              <a:tabLst>
                <a:tab algn="l" pos="0"/>
              </a:tabLst>
            </a:pPr>
            <a:r>
              <a:rPr b="0" lang="fr-FR" sz="1000" spc="-1" strike="noStrike">
                <a:solidFill>
                  <a:srgbClr val="333333"/>
                </a:solidFill>
                <a:latin typeface="Calibri"/>
                <a:ea typeface="DejaVu Sans"/>
              </a:rPr>
              <a:t>Imitation</a:t>
            </a:r>
            <a:endParaRPr b="0" lang="fr-FR" sz="1000" spc="-1" strike="noStrike">
              <a:latin typeface="Arial"/>
            </a:endParaRPr>
          </a:p>
          <a:p>
            <a:pPr lvl="2" marL="648000" indent="-216000">
              <a:lnSpc>
                <a:spcPct val="100000"/>
              </a:lnSpc>
              <a:buClr>
                <a:srgbClr val="000000"/>
              </a:buClr>
              <a:buSzPct val="45000"/>
              <a:buFont typeface="Wingdings" charset="2"/>
              <a:buChar char=""/>
              <a:tabLst>
                <a:tab algn="l" pos="0"/>
              </a:tabLst>
            </a:pPr>
            <a:r>
              <a:rPr b="0" lang="fr-FR" sz="1000" spc="-1" strike="noStrike">
                <a:solidFill>
                  <a:srgbClr val="333333"/>
                </a:solidFill>
                <a:latin typeface="Calibri"/>
                <a:ea typeface="DejaVu Sans"/>
              </a:rPr>
              <a:t>Repulsion</a:t>
            </a:r>
            <a:endParaRPr b="0" lang="fr-FR" sz="1000" spc="-1" strike="noStrike">
              <a:latin typeface="Arial"/>
            </a:endParaRPr>
          </a:p>
          <a:p>
            <a:pPr marL="216000" indent="-216000">
              <a:lnSpc>
                <a:spcPct val="100000"/>
              </a:lnSpc>
              <a:buClr>
                <a:srgbClr val="000000"/>
              </a:buClr>
              <a:buSzPct val="45000"/>
              <a:buFont typeface="Wingdings" charset="2"/>
              <a:buChar char=""/>
              <a:tabLst>
                <a:tab algn="l" pos="0"/>
              </a:tabLst>
            </a:pPr>
            <a:endParaRPr b="0" lang="fr-FR" sz="1000" spc="-1" strike="noStrike">
              <a:latin typeface="Arial"/>
            </a:endParaRPr>
          </a:p>
          <a:p>
            <a:pPr marL="216000" indent="-216000">
              <a:lnSpc>
                <a:spcPct val="100000"/>
              </a:lnSpc>
              <a:buClr>
                <a:srgbClr val="000000"/>
              </a:buClr>
              <a:buSzPct val="45000"/>
              <a:buFont typeface="Wingdings" charset="2"/>
              <a:buChar char=""/>
              <a:tabLst>
                <a:tab algn="l" pos="0"/>
              </a:tabLst>
            </a:pPr>
            <a:r>
              <a:rPr b="0" lang="fr-FR" sz="1000" spc="-1" strike="noStrike">
                <a:solidFill>
                  <a:srgbClr val="333333"/>
                </a:solidFill>
                <a:latin typeface="Calibri"/>
                <a:ea typeface="DejaVu Sans"/>
              </a:rPr>
              <a:t>Les recherches en sciences social</a:t>
            </a:r>
            <a:endParaRPr b="0" lang="fr-FR" sz="1000" spc="-1" strike="noStrike">
              <a:latin typeface="Arial"/>
            </a:endParaRPr>
          </a:p>
          <a:p>
            <a:pPr lvl="1" marL="432000" indent="-216000">
              <a:lnSpc>
                <a:spcPct val="100000"/>
              </a:lnSpc>
              <a:buClr>
                <a:srgbClr val="000000"/>
              </a:buClr>
              <a:buSzPct val="45000"/>
              <a:buFont typeface="Wingdings" charset="2"/>
              <a:buChar char=""/>
              <a:tabLst>
                <a:tab algn="l" pos="0"/>
              </a:tabLst>
            </a:pPr>
            <a:r>
              <a:rPr b="0" lang="fr-FR" sz="1000" spc="-1" strike="noStrike">
                <a:solidFill>
                  <a:srgbClr val="333333"/>
                </a:solidFill>
                <a:latin typeface="Calibri"/>
                <a:ea typeface="DejaVu Sans"/>
              </a:rPr>
              <a:t>Nudge – Schäufele-Elbers et al., 2025</a:t>
            </a:r>
            <a:endParaRPr b="0" lang="fr-FR" sz="1000" spc="-1" strike="noStrike">
              <a:latin typeface="Arial"/>
            </a:endParaRPr>
          </a:p>
          <a:p>
            <a:pPr lvl="1" marL="432000" indent="-216000">
              <a:lnSpc>
                <a:spcPct val="100000"/>
              </a:lnSpc>
              <a:buClr>
                <a:srgbClr val="000000"/>
              </a:buClr>
              <a:buSzPct val="45000"/>
              <a:buFont typeface="Wingdings" charset="2"/>
              <a:buChar char=""/>
              <a:tabLst>
                <a:tab algn="l" pos="0"/>
              </a:tabLst>
            </a:pPr>
            <a:r>
              <a:rPr b="0" lang="fr-FR" sz="1000" spc="-1" strike="noStrike">
                <a:solidFill>
                  <a:srgbClr val="333333"/>
                </a:solidFill>
                <a:latin typeface="Calibri"/>
                <a:ea typeface="DejaVu Sans"/>
              </a:rPr>
              <a:t>Normes sociales – Pollicino et al., 2025</a:t>
            </a:r>
            <a:endParaRPr b="0" lang="fr-FR" sz="1000" spc="-1" strike="noStrike">
              <a:latin typeface="Arial"/>
            </a:endParaRPr>
          </a:p>
          <a:p>
            <a:pPr marL="216000" indent="-216000">
              <a:lnSpc>
                <a:spcPct val="100000"/>
              </a:lnSpc>
              <a:buClr>
                <a:srgbClr val="000000"/>
              </a:buClr>
              <a:buSzPct val="45000"/>
              <a:buFont typeface="Wingdings" charset="2"/>
              <a:buChar char=""/>
              <a:tabLst>
                <a:tab algn="l" pos="0"/>
              </a:tabLst>
            </a:pPr>
            <a:endParaRPr b="0" lang="fr-FR" sz="1000" spc="-1" strike="noStrike">
              <a:latin typeface="Arial"/>
            </a:endParaRPr>
          </a:p>
          <a:p>
            <a:pPr>
              <a:lnSpc>
                <a:spcPct val="100000"/>
              </a:lnSpc>
              <a:buNone/>
              <a:tabLst>
                <a:tab algn="l" pos="0"/>
              </a:tabLst>
            </a:pPr>
            <a:endParaRPr b="0" lang="fr-FR" sz="1000" spc="-1" strike="noStrike">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00" name="Shape 8"/>
          <p:cNvSpPr/>
          <p:nvPr/>
        </p:nvSpPr>
        <p:spPr>
          <a:xfrm>
            <a:off x="0" y="0"/>
            <a:ext cx="9141840" cy="363600"/>
          </a:xfrm>
          <a:prstGeom prst="rect">
            <a:avLst/>
          </a:prstGeom>
          <a:solidFill>
            <a:srgbClr val="1e3a5f"/>
          </a:solidFill>
          <a:ln w="12700">
            <a:solidFill>
              <a:srgbClr val="1e3a5f"/>
            </a:solidFill>
            <a:round/>
          </a:ln>
        </p:spPr>
        <p:style>
          <a:lnRef idx="0"/>
          <a:fillRef idx="0"/>
          <a:effectRef idx="0"/>
          <a:fontRef idx="minor"/>
        </p:style>
      </p:sp>
      <p:sp>
        <p:nvSpPr>
          <p:cNvPr id="101" name="Text 40"/>
          <p:cNvSpPr/>
          <p:nvPr/>
        </p:nvSpPr>
        <p:spPr>
          <a:xfrm>
            <a:off x="182880" y="0"/>
            <a:ext cx="8776080" cy="363600"/>
          </a:xfrm>
          <a:prstGeom prst="rect">
            <a:avLst/>
          </a:prstGeom>
          <a:noFill/>
          <a:ln w="0">
            <a:noFill/>
          </a:ln>
        </p:spPr>
        <p:style>
          <a:lnRef idx="0"/>
          <a:fillRef idx="0"/>
          <a:effectRef idx="0"/>
          <a:fontRef idx="minor"/>
        </p:style>
        <p:txBody>
          <a:bodyPr lIns="0" rIns="0" tIns="0" bIns="0" anchor="ctr">
            <a:noAutofit/>
          </a:bodyPr>
          <a:p>
            <a:pPr>
              <a:lnSpc>
                <a:spcPct val="100000"/>
              </a:lnSpc>
              <a:buNone/>
              <a:tabLst>
                <a:tab algn="l" pos="0"/>
              </a:tabLst>
            </a:pPr>
            <a:r>
              <a:rPr b="1" lang="fr-FR" sz="1000" spc="-1" strike="noStrike">
                <a:solidFill>
                  <a:srgbClr val="ffffff"/>
                </a:solidFill>
                <a:latin typeface="Calibri"/>
                <a:ea typeface="DejaVu Sans"/>
              </a:rPr>
              <a:t>Les dynamiques d’opinion - 1</a:t>
            </a:r>
            <a:endParaRPr b="0" lang="fr-FR" sz="1000" spc="-1" strike="noStrike">
              <a:latin typeface="Arial"/>
            </a:endParaRPr>
          </a:p>
        </p:txBody>
      </p:sp>
      <p:sp>
        <p:nvSpPr>
          <p:cNvPr id="102" name="Text 41"/>
          <p:cNvSpPr/>
          <p:nvPr/>
        </p:nvSpPr>
        <p:spPr>
          <a:xfrm>
            <a:off x="274320" y="457200"/>
            <a:ext cx="8593200" cy="546480"/>
          </a:xfrm>
          <a:prstGeom prst="rect">
            <a:avLst/>
          </a:prstGeom>
          <a:noFill/>
          <a:ln w="0">
            <a:noFill/>
          </a:ln>
        </p:spPr>
        <p:style>
          <a:lnRef idx="0"/>
          <a:fillRef idx="0"/>
          <a:effectRef idx="0"/>
          <a:fontRef idx="minor"/>
        </p:style>
        <p:txBody>
          <a:bodyPr lIns="90000" rIns="90000" tIns="45000" bIns="45000" anchor="ctr">
            <a:noAutofit/>
          </a:bodyPr>
          <a:p>
            <a:pPr>
              <a:lnSpc>
                <a:spcPct val="100000"/>
              </a:lnSpc>
              <a:buNone/>
              <a:tabLst>
                <a:tab algn="l" pos="0"/>
              </a:tabLst>
            </a:pPr>
            <a:r>
              <a:rPr b="1" lang="fr-FR" sz="2000" spc="-1" strike="noStrike">
                <a:solidFill>
                  <a:srgbClr val="1e3a5f"/>
                </a:solidFill>
                <a:latin typeface="Calibri"/>
                <a:ea typeface="DejaVu Sans"/>
              </a:rPr>
              <a:t>Characterizer l’influence social</a:t>
            </a:r>
            <a:endParaRPr b="0" lang="fr-FR" sz="2000" spc="-1" strike="noStrike">
              <a:latin typeface="Arial"/>
            </a:endParaRPr>
          </a:p>
        </p:txBody>
      </p:sp>
      <p:sp>
        <p:nvSpPr>
          <p:cNvPr id="103" name="Shape 18"/>
          <p:cNvSpPr/>
          <p:nvPr/>
        </p:nvSpPr>
        <p:spPr>
          <a:xfrm>
            <a:off x="274320" y="1023840"/>
            <a:ext cx="8595360" cy="360"/>
          </a:xfrm>
          <a:prstGeom prst="line">
            <a:avLst/>
          </a:prstGeom>
          <a:ln w="12700">
            <a:solidFill>
              <a:srgbClr val="1e3a5f"/>
            </a:solidFill>
            <a:round/>
          </a:ln>
        </p:spPr>
        <p:style>
          <a:lnRef idx="0"/>
          <a:fillRef idx="0"/>
          <a:effectRef idx="0"/>
          <a:fontRef idx="minor"/>
        </p:style>
      </p:sp>
      <p:sp>
        <p:nvSpPr>
          <p:cNvPr id="104" name="Text 42"/>
          <p:cNvSpPr/>
          <p:nvPr/>
        </p:nvSpPr>
        <p:spPr>
          <a:xfrm>
            <a:off x="274320" y="1122120"/>
            <a:ext cx="8593200" cy="272160"/>
          </a:xfrm>
          <a:prstGeom prst="rect">
            <a:avLst/>
          </a:prstGeom>
          <a:noFill/>
          <a:ln w="0">
            <a:noFill/>
          </a:ln>
        </p:spPr>
        <p:style>
          <a:lnRef idx="0"/>
          <a:fillRef idx="0"/>
          <a:effectRef idx="0"/>
          <a:fontRef idx="minor"/>
        </p:style>
        <p:txBody>
          <a:bodyPr lIns="90000" rIns="90000" tIns="45000" bIns="45000" anchor="ctr">
            <a:noAutofit/>
          </a:bodyPr>
          <a:p>
            <a:pPr>
              <a:lnSpc>
                <a:spcPct val="100000"/>
              </a:lnSpc>
              <a:buNone/>
              <a:tabLst>
                <a:tab algn="l" pos="0"/>
              </a:tabLst>
            </a:pPr>
            <a:r>
              <a:rPr b="1" lang="fr-FR" sz="1100" spc="-1" strike="noStrike">
                <a:solidFill>
                  <a:srgbClr val="1e3a5f"/>
                </a:solidFill>
                <a:latin typeface="Calibri"/>
                <a:ea typeface="DejaVu Sans"/>
              </a:rPr>
              <a:t>Trois exemples de modèles d’influence social (Flache et al., 2017)</a:t>
            </a:r>
            <a:endParaRPr b="0" lang="fr-FR" sz="1100" spc="-1" strike="noStrike">
              <a:latin typeface="Arial"/>
            </a:endParaRPr>
          </a:p>
        </p:txBody>
      </p:sp>
      <p:pic>
        <p:nvPicPr>
          <p:cNvPr id="105" name="" descr=""/>
          <p:cNvPicPr/>
          <p:nvPr/>
        </p:nvPicPr>
        <p:blipFill>
          <a:blip r:embed="rId1"/>
          <a:srcRect l="0" t="10360" r="72868" b="0"/>
          <a:stretch/>
        </p:blipFill>
        <p:spPr>
          <a:xfrm>
            <a:off x="900000" y="1567080"/>
            <a:ext cx="1607760" cy="3112920"/>
          </a:xfrm>
          <a:prstGeom prst="rect">
            <a:avLst/>
          </a:prstGeom>
          <a:ln w="0">
            <a:noFill/>
          </a:ln>
        </p:spPr>
      </p:pic>
      <p:sp>
        <p:nvSpPr>
          <p:cNvPr id="106" name="Text 43"/>
          <p:cNvSpPr/>
          <p:nvPr/>
        </p:nvSpPr>
        <p:spPr>
          <a:xfrm>
            <a:off x="3826800" y="2520000"/>
            <a:ext cx="4273200" cy="1003680"/>
          </a:xfrm>
          <a:prstGeom prst="rect">
            <a:avLst/>
          </a:prstGeom>
          <a:noFill/>
          <a:ln w="0">
            <a:noFill/>
          </a:ln>
        </p:spPr>
        <p:style>
          <a:lnRef idx="0"/>
          <a:fillRef idx="0"/>
          <a:effectRef idx="0"/>
          <a:fontRef idx="minor"/>
        </p:style>
        <p:txBody>
          <a:bodyPr lIns="90000" rIns="90000" tIns="45000" bIns="45000" anchor="ctr">
            <a:noAutofit/>
          </a:bodyPr>
          <a:p>
            <a:pPr marL="216000" indent="-216000">
              <a:lnSpc>
                <a:spcPct val="100000"/>
              </a:lnSpc>
              <a:buClr>
                <a:srgbClr val="000000"/>
              </a:buClr>
              <a:buSzPct val="45000"/>
              <a:buFont typeface="Wingdings" charset="2"/>
              <a:buChar char=""/>
              <a:tabLst>
                <a:tab algn="l" pos="0"/>
              </a:tabLst>
            </a:pPr>
            <a:endParaRPr b="0" lang="fr-FR" sz="1600" spc="-1" strike="noStrike">
              <a:latin typeface="Arial"/>
            </a:endParaRPr>
          </a:p>
          <a:p>
            <a:pPr marL="216000" indent="-216000">
              <a:lnSpc>
                <a:spcPct val="100000"/>
              </a:lnSpc>
              <a:buClr>
                <a:srgbClr val="000000"/>
              </a:buClr>
              <a:buSzPct val="45000"/>
              <a:buFont typeface="Wingdings" charset="2"/>
              <a:buChar char=""/>
              <a:tabLst>
                <a:tab algn="l" pos="0"/>
              </a:tabLst>
            </a:pPr>
            <a:r>
              <a:rPr b="0" lang="fr-FR" sz="1600" spc="-1" strike="noStrike">
                <a:solidFill>
                  <a:srgbClr val="333333"/>
                </a:solidFill>
                <a:latin typeface="Calibri"/>
                <a:ea typeface="DejaVu Sans"/>
              </a:rPr>
              <a:t>T</a:t>
            </a:r>
            <a:r>
              <a:rPr b="0" lang="fr-FR" sz="1600" spc="-1" strike="noStrike">
                <a:solidFill>
                  <a:srgbClr val="333333"/>
                </a:solidFill>
                <a:latin typeface="Calibri"/>
                <a:ea typeface="DejaVu Sans"/>
              </a:rPr>
              <a:t>o</a:t>
            </a:r>
            <a:r>
              <a:rPr b="0" lang="fr-FR" sz="1600" spc="-1" strike="noStrike">
                <a:solidFill>
                  <a:srgbClr val="333333"/>
                </a:solidFill>
                <a:latin typeface="Calibri"/>
                <a:ea typeface="DejaVu Sans"/>
              </a:rPr>
              <a:t>u</a:t>
            </a:r>
            <a:r>
              <a:rPr b="0" lang="fr-FR" sz="1600" spc="-1" strike="noStrike">
                <a:solidFill>
                  <a:srgbClr val="333333"/>
                </a:solidFill>
                <a:latin typeface="Calibri"/>
                <a:ea typeface="DejaVu Sans"/>
              </a:rPr>
              <a:t>t</a:t>
            </a:r>
            <a:r>
              <a:rPr b="0" lang="fr-FR" sz="1600" spc="-1" strike="noStrike">
                <a:solidFill>
                  <a:srgbClr val="333333"/>
                </a:solidFill>
                <a:latin typeface="Calibri"/>
                <a:ea typeface="DejaVu Sans"/>
              </a:rPr>
              <a:t> </a:t>
            </a:r>
            <a:r>
              <a:rPr b="0" lang="fr-FR" sz="1600" spc="-1" strike="noStrike">
                <a:solidFill>
                  <a:srgbClr val="333333"/>
                </a:solidFill>
                <a:latin typeface="Calibri"/>
                <a:ea typeface="DejaVu Sans"/>
              </a:rPr>
              <a:t>l</a:t>
            </a:r>
            <a:r>
              <a:rPr b="0" lang="fr-FR" sz="1600" spc="-1" strike="noStrike">
                <a:solidFill>
                  <a:srgbClr val="333333"/>
                </a:solidFill>
                <a:latin typeface="Calibri"/>
                <a:ea typeface="DejaVu Sans"/>
              </a:rPr>
              <a:t>e</a:t>
            </a:r>
            <a:r>
              <a:rPr b="0" lang="fr-FR" sz="1600" spc="-1" strike="noStrike">
                <a:solidFill>
                  <a:srgbClr val="333333"/>
                </a:solidFill>
                <a:latin typeface="Calibri"/>
                <a:ea typeface="DejaVu Sans"/>
              </a:rPr>
              <a:t> </a:t>
            </a:r>
            <a:r>
              <a:rPr b="0" lang="fr-FR" sz="1600" spc="-1" strike="noStrike">
                <a:solidFill>
                  <a:srgbClr val="333333"/>
                </a:solidFill>
                <a:latin typeface="Calibri"/>
                <a:ea typeface="DejaVu Sans"/>
              </a:rPr>
              <a:t>m</a:t>
            </a:r>
            <a:r>
              <a:rPr b="0" lang="fr-FR" sz="1600" spc="-1" strike="noStrike">
                <a:solidFill>
                  <a:srgbClr val="333333"/>
                </a:solidFill>
                <a:latin typeface="Calibri"/>
                <a:ea typeface="DejaVu Sans"/>
              </a:rPr>
              <a:t>o</a:t>
            </a:r>
            <a:r>
              <a:rPr b="0" lang="fr-FR" sz="1600" spc="-1" strike="noStrike">
                <a:solidFill>
                  <a:srgbClr val="333333"/>
                </a:solidFill>
                <a:latin typeface="Calibri"/>
                <a:ea typeface="DejaVu Sans"/>
              </a:rPr>
              <a:t>n</a:t>
            </a:r>
            <a:r>
              <a:rPr b="0" lang="fr-FR" sz="1600" spc="-1" strike="noStrike">
                <a:solidFill>
                  <a:srgbClr val="333333"/>
                </a:solidFill>
                <a:latin typeface="Calibri"/>
                <a:ea typeface="DejaVu Sans"/>
              </a:rPr>
              <a:t>d</a:t>
            </a:r>
            <a:r>
              <a:rPr b="0" lang="fr-FR" sz="1600" spc="-1" strike="noStrike">
                <a:solidFill>
                  <a:srgbClr val="333333"/>
                </a:solidFill>
                <a:latin typeface="Calibri"/>
                <a:ea typeface="DejaVu Sans"/>
              </a:rPr>
              <a:t>e</a:t>
            </a:r>
            <a:r>
              <a:rPr b="0" lang="fr-FR" sz="1600" spc="-1" strike="noStrike">
                <a:solidFill>
                  <a:srgbClr val="333333"/>
                </a:solidFill>
                <a:latin typeface="Calibri"/>
                <a:ea typeface="DejaVu Sans"/>
              </a:rPr>
              <a:t> </a:t>
            </a:r>
            <a:r>
              <a:rPr b="0" lang="fr-FR" sz="1600" spc="-1" strike="noStrike">
                <a:solidFill>
                  <a:srgbClr val="333333"/>
                </a:solidFill>
                <a:latin typeface="Calibri"/>
                <a:ea typeface="DejaVu Sans"/>
              </a:rPr>
              <a:t>e</a:t>
            </a:r>
            <a:r>
              <a:rPr b="0" lang="fr-FR" sz="1600" spc="-1" strike="noStrike">
                <a:solidFill>
                  <a:srgbClr val="333333"/>
                </a:solidFill>
                <a:latin typeface="Calibri"/>
                <a:ea typeface="DejaVu Sans"/>
              </a:rPr>
              <a:t>s</a:t>
            </a:r>
            <a:r>
              <a:rPr b="0" lang="fr-FR" sz="1600" spc="-1" strike="noStrike">
                <a:solidFill>
                  <a:srgbClr val="333333"/>
                </a:solidFill>
                <a:latin typeface="Calibri"/>
                <a:ea typeface="DejaVu Sans"/>
              </a:rPr>
              <a:t>t</a:t>
            </a:r>
            <a:r>
              <a:rPr b="0" lang="fr-FR" sz="1600" spc="-1" strike="noStrike">
                <a:solidFill>
                  <a:srgbClr val="333333"/>
                </a:solidFill>
                <a:latin typeface="Calibri"/>
                <a:ea typeface="DejaVu Sans"/>
              </a:rPr>
              <a:t> </a:t>
            </a:r>
            <a:r>
              <a:rPr b="0" lang="fr-FR" sz="1600" spc="-1" strike="noStrike">
                <a:solidFill>
                  <a:srgbClr val="333333"/>
                </a:solidFill>
                <a:latin typeface="Calibri"/>
                <a:ea typeface="DejaVu Sans"/>
              </a:rPr>
              <a:t>c</a:t>
            </a:r>
            <a:r>
              <a:rPr b="0" lang="fr-FR" sz="1600" spc="-1" strike="noStrike">
                <a:solidFill>
                  <a:srgbClr val="333333"/>
                </a:solidFill>
                <a:latin typeface="Calibri"/>
                <a:ea typeface="DejaVu Sans"/>
              </a:rPr>
              <a:t>o</a:t>
            </a:r>
            <a:r>
              <a:rPr b="0" lang="fr-FR" sz="1600" spc="-1" strike="noStrike">
                <a:solidFill>
                  <a:srgbClr val="333333"/>
                </a:solidFill>
                <a:latin typeface="Calibri"/>
                <a:ea typeface="DejaVu Sans"/>
              </a:rPr>
              <a:t>n</a:t>
            </a:r>
            <a:r>
              <a:rPr b="0" lang="fr-FR" sz="1600" spc="-1" strike="noStrike">
                <a:solidFill>
                  <a:srgbClr val="333333"/>
                </a:solidFill>
                <a:latin typeface="Calibri"/>
                <a:ea typeface="DejaVu Sans"/>
              </a:rPr>
              <a:t>n</a:t>
            </a:r>
            <a:r>
              <a:rPr b="0" lang="fr-FR" sz="1600" spc="-1" strike="noStrike">
                <a:solidFill>
                  <a:srgbClr val="333333"/>
                </a:solidFill>
                <a:latin typeface="Calibri"/>
                <a:ea typeface="DejaVu Sans"/>
              </a:rPr>
              <a:t>e</a:t>
            </a:r>
            <a:r>
              <a:rPr b="0" lang="fr-FR" sz="1600" spc="-1" strike="noStrike">
                <a:solidFill>
                  <a:srgbClr val="333333"/>
                </a:solidFill>
                <a:latin typeface="Calibri"/>
                <a:ea typeface="DejaVu Sans"/>
              </a:rPr>
              <a:t>c</a:t>
            </a:r>
            <a:r>
              <a:rPr b="0" lang="fr-FR" sz="1600" spc="-1" strike="noStrike">
                <a:solidFill>
                  <a:srgbClr val="333333"/>
                </a:solidFill>
                <a:latin typeface="Calibri"/>
                <a:ea typeface="DejaVu Sans"/>
              </a:rPr>
              <a:t>t</a:t>
            </a:r>
            <a:r>
              <a:rPr b="0" lang="fr-FR" sz="1600" spc="-1" strike="noStrike">
                <a:solidFill>
                  <a:srgbClr val="333333"/>
                </a:solidFill>
                <a:latin typeface="Calibri"/>
                <a:ea typeface="DejaVu Sans"/>
              </a:rPr>
              <a:t>é</a:t>
            </a:r>
            <a:endParaRPr b="0" lang="fr-FR" sz="1600" spc="-1" strike="noStrike">
              <a:latin typeface="Arial"/>
            </a:endParaRPr>
          </a:p>
          <a:p>
            <a:pPr marL="216000" indent="-216000">
              <a:lnSpc>
                <a:spcPct val="100000"/>
              </a:lnSpc>
              <a:buClr>
                <a:srgbClr val="000000"/>
              </a:buClr>
              <a:buSzPct val="45000"/>
              <a:buFont typeface="Wingdings" charset="2"/>
              <a:buChar char=""/>
              <a:tabLst>
                <a:tab algn="l" pos="0"/>
              </a:tabLst>
            </a:pPr>
            <a:endParaRPr b="0" lang="fr-FR" sz="1600" spc="-1" strike="noStrike">
              <a:latin typeface="Arial"/>
            </a:endParaRPr>
          </a:p>
          <a:p>
            <a:pPr marL="216000" indent="-216000">
              <a:lnSpc>
                <a:spcPct val="100000"/>
              </a:lnSpc>
              <a:buClr>
                <a:srgbClr val="000000"/>
              </a:buClr>
              <a:buSzPct val="45000"/>
              <a:buFont typeface="Wingdings" charset="2"/>
              <a:buChar char=""/>
              <a:tabLst>
                <a:tab algn="l" pos="0"/>
              </a:tabLst>
            </a:pPr>
            <a:r>
              <a:rPr b="0" lang="fr-FR" sz="1600" spc="-1" strike="noStrike">
                <a:solidFill>
                  <a:srgbClr val="333333"/>
                </a:solidFill>
                <a:latin typeface="Calibri"/>
                <a:ea typeface="DejaVu Sans"/>
              </a:rPr>
              <a:t>C</a:t>
            </a:r>
            <a:r>
              <a:rPr b="0" lang="fr-FR" sz="1600" spc="-1" strike="noStrike">
                <a:solidFill>
                  <a:srgbClr val="333333"/>
                </a:solidFill>
                <a:latin typeface="Calibri"/>
                <a:ea typeface="DejaVu Sans"/>
              </a:rPr>
              <a:t>h</a:t>
            </a:r>
            <a:r>
              <a:rPr b="0" lang="fr-FR" sz="1600" spc="-1" strike="noStrike">
                <a:solidFill>
                  <a:srgbClr val="333333"/>
                </a:solidFill>
                <a:latin typeface="Calibri"/>
                <a:ea typeface="DejaVu Sans"/>
              </a:rPr>
              <a:t>a</a:t>
            </a:r>
            <a:r>
              <a:rPr b="0" lang="fr-FR" sz="1600" spc="-1" strike="noStrike">
                <a:solidFill>
                  <a:srgbClr val="333333"/>
                </a:solidFill>
                <a:latin typeface="Calibri"/>
                <a:ea typeface="DejaVu Sans"/>
              </a:rPr>
              <a:t>q</a:t>
            </a:r>
            <a:r>
              <a:rPr b="0" lang="fr-FR" sz="1600" spc="-1" strike="noStrike">
                <a:solidFill>
                  <a:srgbClr val="333333"/>
                </a:solidFill>
                <a:latin typeface="Calibri"/>
                <a:ea typeface="DejaVu Sans"/>
              </a:rPr>
              <a:t>u</a:t>
            </a:r>
            <a:r>
              <a:rPr b="0" lang="fr-FR" sz="1600" spc="-1" strike="noStrike">
                <a:solidFill>
                  <a:srgbClr val="333333"/>
                </a:solidFill>
                <a:latin typeface="Calibri"/>
                <a:ea typeface="DejaVu Sans"/>
              </a:rPr>
              <a:t>e</a:t>
            </a:r>
            <a:r>
              <a:rPr b="0" lang="fr-FR" sz="1600" spc="-1" strike="noStrike">
                <a:solidFill>
                  <a:srgbClr val="333333"/>
                </a:solidFill>
                <a:latin typeface="Calibri"/>
                <a:ea typeface="DejaVu Sans"/>
              </a:rPr>
              <a:t> </a:t>
            </a:r>
            <a:r>
              <a:rPr b="0" lang="fr-FR" sz="1600" spc="-1" strike="noStrike">
                <a:solidFill>
                  <a:srgbClr val="333333"/>
                </a:solidFill>
                <a:latin typeface="Calibri"/>
                <a:ea typeface="DejaVu Sans"/>
              </a:rPr>
              <a:t>i</a:t>
            </a:r>
            <a:r>
              <a:rPr b="0" lang="fr-FR" sz="1600" spc="-1" strike="noStrike">
                <a:solidFill>
                  <a:srgbClr val="333333"/>
                </a:solidFill>
                <a:latin typeface="Calibri"/>
                <a:ea typeface="DejaVu Sans"/>
              </a:rPr>
              <a:t>n</a:t>
            </a:r>
            <a:r>
              <a:rPr b="0" lang="fr-FR" sz="1600" spc="-1" strike="noStrike">
                <a:solidFill>
                  <a:srgbClr val="333333"/>
                </a:solidFill>
                <a:latin typeface="Calibri"/>
                <a:ea typeface="DejaVu Sans"/>
              </a:rPr>
              <a:t>d</a:t>
            </a:r>
            <a:r>
              <a:rPr b="0" lang="fr-FR" sz="1600" spc="-1" strike="noStrike">
                <a:solidFill>
                  <a:srgbClr val="333333"/>
                </a:solidFill>
                <a:latin typeface="Calibri"/>
                <a:ea typeface="DejaVu Sans"/>
              </a:rPr>
              <a:t>i</a:t>
            </a:r>
            <a:r>
              <a:rPr b="0" lang="fr-FR" sz="1600" spc="-1" strike="noStrike">
                <a:solidFill>
                  <a:srgbClr val="333333"/>
                </a:solidFill>
                <a:latin typeface="Calibri"/>
                <a:ea typeface="DejaVu Sans"/>
              </a:rPr>
              <a:t>v</a:t>
            </a:r>
            <a:r>
              <a:rPr b="0" lang="fr-FR" sz="1600" spc="-1" strike="noStrike">
                <a:solidFill>
                  <a:srgbClr val="333333"/>
                </a:solidFill>
                <a:latin typeface="Calibri"/>
                <a:ea typeface="DejaVu Sans"/>
              </a:rPr>
              <a:t>i</a:t>
            </a:r>
            <a:r>
              <a:rPr b="0" lang="fr-FR" sz="1600" spc="-1" strike="noStrike">
                <a:solidFill>
                  <a:srgbClr val="333333"/>
                </a:solidFill>
                <a:latin typeface="Calibri"/>
                <a:ea typeface="DejaVu Sans"/>
              </a:rPr>
              <a:t>d</a:t>
            </a:r>
            <a:r>
              <a:rPr b="0" lang="fr-FR" sz="1600" spc="-1" strike="noStrike">
                <a:solidFill>
                  <a:srgbClr val="333333"/>
                </a:solidFill>
                <a:latin typeface="Calibri"/>
                <a:ea typeface="DejaVu Sans"/>
              </a:rPr>
              <a:t>u</a:t>
            </a:r>
            <a:r>
              <a:rPr b="0" lang="fr-FR" sz="1600" spc="-1" strike="noStrike">
                <a:solidFill>
                  <a:srgbClr val="333333"/>
                </a:solidFill>
                <a:latin typeface="Calibri"/>
                <a:ea typeface="DejaVu Sans"/>
              </a:rPr>
              <a:t> </a:t>
            </a:r>
            <a:r>
              <a:rPr b="0" lang="fr-FR" sz="1600" spc="-1" strike="noStrike">
                <a:solidFill>
                  <a:srgbClr val="333333"/>
                </a:solidFill>
                <a:latin typeface="Calibri"/>
                <a:ea typeface="DejaVu Sans"/>
              </a:rPr>
              <a:t>s</a:t>
            </a:r>
            <a:r>
              <a:rPr b="0" lang="fr-FR" sz="1600" spc="-1" strike="noStrike">
                <a:solidFill>
                  <a:srgbClr val="333333"/>
                </a:solidFill>
                <a:latin typeface="Calibri"/>
                <a:ea typeface="DejaVu Sans"/>
              </a:rPr>
              <a:t>’</a:t>
            </a:r>
            <a:r>
              <a:rPr b="0" lang="fr-FR" sz="1600" spc="-1" strike="noStrike">
                <a:solidFill>
                  <a:srgbClr val="333333"/>
                </a:solidFill>
                <a:latin typeface="Calibri"/>
                <a:ea typeface="DejaVu Sans"/>
              </a:rPr>
              <a:t>i</a:t>
            </a:r>
            <a:r>
              <a:rPr b="0" lang="fr-FR" sz="1600" spc="-1" strike="noStrike">
                <a:solidFill>
                  <a:srgbClr val="333333"/>
                </a:solidFill>
                <a:latin typeface="Calibri"/>
                <a:ea typeface="DejaVu Sans"/>
              </a:rPr>
              <a:t>n</a:t>
            </a:r>
            <a:r>
              <a:rPr b="0" lang="fr-FR" sz="1600" spc="-1" strike="noStrike">
                <a:solidFill>
                  <a:srgbClr val="333333"/>
                </a:solidFill>
                <a:latin typeface="Calibri"/>
                <a:ea typeface="DejaVu Sans"/>
              </a:rPr>
              <a:t>f</a:t>
            </a:r>
            <a:r>
              <a:rPr b="0" lang="fr-FR" sz="1600" spc="-1" strike="noStrike">
                <a:solidFill>
                  <a:srgbClr val="333333"/>
                </a:solidFill>
                <a:latin typeface="Calibri"/>
                <a:ea typeface="DejaVu Sans"/>
              </a:rPr>
              <a:t>l</a:t>
            </a:r>
            <a:r>
              <a:rPr b="0" lang="fr-FR" sz="1600" spc="-1" strike="noStrike">
                <a:solidFill>
                  <a:srgbClr val="333333"/>
                </a:solidFill>
                <a:latin typeface="Calibri"/>
                <a:ea typeface="DejaVu Sans"/>
              </a:rPr>
              <a:t>u</a:t>
            </a:r>
            <a:r>
              <a:rPr b="0" lang="fr-FR" sz="1600" spc="-1" strike="noStrike">
                <a:solidFill>
                  <a:srgbClr val="333333"/>
                </a:solidFill>
                <a:latin typeface="Calibri"/>
                <a:ea typeface="DejaVu Sans"/>
              </a:rPr>
              <a:t>e</a:t>
            </a:r>
            <a:r>
              <a:rPr b="0" lang="fr-FR" sz="1600" spc="-1" strike="noStrike">
                <a:solidFill>
                  <a:srgbClr val="333333"/>
                </a:solidFill>
                <a:latin typeface="Calibri"/>
                <a:ea typeface="DejaVu Sans"/>
              </a:rPr>
              <a:t>n</a:t>
            </a:r>
            <a:r>
              <a:rPr b="0" lang="fr-FR" sz="1600" spc="-1" strike="noStrike">
                <a:solidFill>
                  <a:srgbClr val="333333"/>
                </a:solidFill>
                <a:latin typeface="Calibri"/>
                <a:ea typeface="DejaVu Sans"/>
              </a:rPr>
              <a:t>c</a:t>
            </a:r>
            <a:r>
              <a:rPr b="0" lang="fr-FR" sz="1600" spc="-1" strike="noStrike">
                <a:solidFill>
                  <a:srgbClr val="333333"/>
                </a:solidFill>
                <a:latin typeface="Calibri"/>
                <a:ea typeface="DejaVu Sans"/>
              </a:rPr>
              <a:t>e</a:t>
            </a:r>
            <a:endParaRPr b="0" lang="fr-FR" sz="1600" spc="-1" strike="noStrike">
              <a:latin typeface="Arial"/>
            </a:endParaRPr>
          </a:p>
          <a:p>
            <a:pPr marL="216000" indent="-216000">
              <a:lnSpc>
                <a:spcPct val="100000"/>
              </a:lnSpc>
              <a:buClr>
                <a:srgbClr val="000000"/>
              </a:buClr>
              <a:buSzPct val="45000"/>
              <a:buFont typeface="Wingdings" charset="2"/>
              <a:buChar char=""/>
              <a:tabLst>
                <a:tab algn="l" pos="0"/>
              </a:tabLst>
            </a:pPr>
            <a:endParaRPr b="0" lang="fr-FR" sz="1600" spc="-1" strike="noStrike">
              <a:latin typeface="Arial"/>
            </a:endParaRPr>
          </a:p>
          <a:p>
            <a:pPr marL="216000" indent="-216000">
              <a:lnSpc>
                <a:spcPct val="100000"/>
              </a:lnSpc>
              <a:buClr>
                <a:srgbClr val="000000"/>
              </a:buClr>
              <a:buSzPct val="45000"/>
              <a:buFont typeface="Wingdings" charset="2"/>
              <a:buChar char=""/>
              <a:tabLst>
                <a:tab algn="l" pos="0"/>
              </a:tabLst>
            </a:pPr>
            <a:r>
              <a:rPr b="0" lang="fr-FR" sz="1600" spc="-1" strike="noStrike">
                <a:solidFill>
                  <a:srgbClr val="333333"/>
                </a:solidFill>
                <a:latin typeface="Calibri"/>
                <a:ea typeface="DejaVu Sans"/>
              </a:rPr>
              <a:t>R</a:t>
            </a:r>
            <a:r>
              <a:rPr b="0" lang="fr-FR" sz="1600" spc="-1" strike="noStrike">
                <a:solidFill>
                  <a:srgbClr val="333333"/>
                </a:solidFill>
                <a:latin typeface="Calibri"/>
                <a:ea typeface="DejaVu Sans"/>
              </a:rPr>
              <a:t>é</a:t>
            </a:r>
            <a:r>
              <a:rPr b="0" lang="fr-FR" sz="1600" spc="-1" strike="noStrike">
                <a:solidFill>
                  <a:srgbClr val="333333"/>
                </a:solidFill>
                <a:latin typeface="Calibri"/>
                <a:ea typeface="DejaVu Sans"/>
              </a:rPr>
              <a:t>d</a:t>
            </a:r>
            <a:r>
              <a:rPr b="0" lang="fr-FR" sz="1600" spc="-1" strike="noStrike">
                <a:solidFill>
                  <a:srgbClr val="333333"/>
                </a:solidFill>
                <a:latin typeface="Calibri"/>
                <a:ea typeface="DejaVu Sans"/>
              </a:rPr>
              <a:t>u</a:t>
            </a:r>
            <a:r>
              <a:rPr b="0" lang="fr-FR" sz="1600" spc="-1" strike="noStrike">
                <a:solidFill>
                  <a:srgbClr val="333333"/>
                </a:solidFill>
                <a:latin typeface="Calibri"/>
                <a:ea typeface="DejaVu Sans"/>
              </a:rPr>
              <a:t>c</a:t>
            </a:r>
            <a:r>
              <a:rPr b="0" lang="fr-FR" sz="1600" spc="-1" strike="noStrike">
                <a:solidFill>
                  <a:srgbClr val="333333"/>
                </a:solidFill>
                <a:latin typeface="Calibri"/>
                <a:ea typeface="DejaVu Sans"/>
              </a:rPr>
              <a:t>t</a:t>
            </a:r>
            <a:r>
              <a:rPr b="0" lang="fr-FR" sz="1600" spc="-1" strike="noStrike">
                <a:solidFill>
                  <a:srgbClr val="333333"/>
                </a:solidFill>
                <a:latin typeface="Calibri"/>
                <a:ea typeface="DejaVu Sans"/>
              </a:rPr>
              <a:t>i</a:t>
            </a:r>
            <a:r>
              <a:rPr b="0" lang="fr-FR" sz="1600" spc="-1" strike="noStrike">
                <a:solidFill>
                  <a:srgbClr val="333333"/>
                </a:solidFill>
                <a:latin typeface="Calibri"/>
                <a:ea typeface="DejaVu Sans"/>
              </a:rPr>
              <a:t>o</a:t>
            </a:r>
            <a:r>
              <a:rPr b="0" lang="fr-FR" sz="1600" spc="-1" strike="noStrike">
                <a:solidFill>
                  <a:srgbClr val="333333"/>
                </a:solidFill>
                <a:latin typeface="Calibri"/>
                <a:ea typeface="DejaVu Sans"/>
              </a:rPr>
              <a:t>n</a:t>
            </a:r>
            <a:r>
              <a:rPr b="0" lang="fr-FR" sz="1600" spc="-1" strike="noStrike">
                <a:solidFill>
                  <a:srgbClr val="333333"/>
                </a:solidFill>
                <a:latin typeface="Calibri"/>
                <a:ea typeface="DejaVu Sans"/>
              </a:rPr>
              <a:t> </a:t>
            </a:r>
            <a:r>
              <a:rPr b="0" lang="fr-FR" sz="1600" spc="-1" strike="noStrike">
                <a:solidFill>
                  <a:srgbClr val="333333"/>
                </a:solidFill>
                <a:latin typeface="Calibri"/>
                <a:ea typeface="DejaVu Sans"/>
              </a:rPr>
              <a:t>d</a:t>
            </a:r>
            <a:r>
              <a:rPr b="0" lang="fr-FR" sz="1600" spc="-1" strike="noStrike">
                <a:solidFill>
                  <a:srgbClr val="333333"/>
                </a:solidFill>
                <a:latin typeface="Calibri"/>
                <a:ea typeface="DejaVu Sans"/>
              </a:rPr>
              <a:t>e</a:t>
            </a:r>
            <a:r>
              <a:rPr b="0" lang="fr-FR" sz="1600" spc="-1" strike="noStrike">
                <a:solidFill>
                  <a:srgbClr val="333333"/>
                </a:solidFill>
                <a:latin typeface="Calibri"/>
                <a:ea typeface="DejaVu Sans"/>
              </a:rPr>
              <a:t> </a:t>
            </a:r>
            <a:r>
              <a:rPr b="0" lang="fr-FR" sz="1600" spc="-1" strike="noStrike">
                <a:solidFill>
                  <a:srgbClr val="333333"/>
                </a:solidFill>
                <a:latin typeface="Calibri"/>
                <a:ea typeface="DejaVu Sans"/>
              </a:rPr>
              <a:t>d</a:t>
            </a:r>
            <a:r>
              <a:rPr b="0" lang="fr-FR" sz="1600" spc="-1" strike="noStrike">
                <a:solidFill>
                  <a:srgbClr val="333333"/>
                </a:solidFill>
                <a:latin typeface="Calibri"/>
                <a:ea typeface="DejaVu Sans"/>
              </a:rPr>
              <a:t>i</a:t>
            </a:r>
            <a:r>
              <a:rPr b="0" lang="fr-FR" sz="1600" spc="-1" strike="noStrike">
                <a:solidFill>
                  <a:srgbClr val="333333"/>
                </a:solidFill>
                <a:latin typeface="Calibri"/>
                <a:ea typeface="DejaVu Sans"/>
              </a:rPr>
              <a:t>f</a:t>
            </a:r>
            <a:r>
              <a:rPr b="0" lang="fr-FR" sz="1600" spc="-1" strike="noStrike">
                <a:solidFill>
                  <a:srgbClr val="333333"/>
                </a:solidFill>
                <a:latin typeface="Calibri"/>
                <a:ea typeface="DejaVu Sans"/>
              </a:rPr>
              <a:t>f</a:t>
            </a:r>
            <a:r>
              <a:rPr b="0" lang="fr-FR" sz="1600" spc="-1" strike="noStrike">
                <a:solidFill>
                  <a:srgbClr val="333333"/>
                </a:solidFill>
                <a:latin typeface="Calibri"/>
                <a:ea typeface="DejaVu Sans"/>
              </a:rPr>
              <a:t>e</a:t>
            </a:r>
            <a:r>
              <a:rPr b="0" lang="fr-FR" sz="1600" spc="-1" strike="noStrike">
                <a:solidFill>
                  <a:srgbClr val="333333"/>
                </a:solidFill>
                <a:latin typeface="Calibri"/>
                <a:ea typeface="DejaVu Sans"/>
              </a:rPr>
              <a:t>r</a:t>
            </a:r>
            <a:r>
              <a:rPr b="0" lang="fr-FR" sz="1600" spc="-1" strike="noStrike">
                <a:solidFill>
                  <a:srgbClr val="333333"/>
                </a:solidFill>
                <a:latin typeface="Calibri"/>
                <a:ea typeface="DejaVu Sans"/>
              </a:rPr>
              <a:t>e</a:t>
            </a:r>
            <a:r>
              <a:rPr b="0" lang="fr-FR" sz="1600" spc="-1" strike="noStrike">
                <a:solidFill>
                  <a:srgbClr val="333333"/>
                </a:solidFill>
                <a:latin typeface="Calibri"/>
                <a:ea typeface="DejaVu Sans"/>
              </a:rPr>
              <a:t>n</a:t>
            </a:r>
            <a:r>
              <a:rPr b="0" lang="fr-FR" sz="1600" spc="-1" strike="noStrike">
                <a:solidFill>
                  <a:srgbClr val="333333"/>
                </a:solidFill>
                <a:latin typeface="Calibri"/>
                <a:ea typeface="DejaVu Sans"/>
              </a:rPr>
              <a:t>c</a:t>
            </a:r>
            <a:r>
              <a:rPr b="0" lang="fr-FR" sz="1600" spc="-1" strike="noStrike">
                <a:solidFill>
                  <a:srgbClr val="333333"/>
                </a:solidFill>
                <a:latin typeface="Calibri"/>
                <a:ea typeface="DejaVu Sans"/>
              </a:rPr>
              <a:t>e</a:t>
            </a:r>
            <a:r>
              <a:rPr b="0" lang="fr-FR" sz="1600" spc="-1" strike="noStrike">
                <a:solidFill>
                  <a:srgbClr val="333333"/>
                </a:solidFill>
                <a:latin typeface="Calibri"/>
                <a:ea typeface="DejaVu Sans"/>
              </a:rPr>
              <a:t> </a:t>
            </a:r>
            <a:r>
              <a:rPr b="0" lang="fr-FR" sz="1600" spc="-1" strike="noStrike">
                <a:solidFill>
                  <a:srgbClr val="333333"/>
                </a:solidFill>
                <a:latin typeface="Calibri"/>
                <a:ea typeface="DejaVu Sans"/>
              </a:rPr>
              <a:t>d</a:t>
            </a:r>
            <a:r>
              <a:rPr b="0" lang="fr-FR" sz="1600" spc="-1" strike="noStrike">
                <a:solidFill>
                  <a:srgbClr val="333333"/>
                </a:solidFill>
                <a:latin typeface="Calibri"/>
                <a:ea typeface="DejaVu Sans"/>
              </a:rPr>
              <a:t>’</a:t>
            </a:r>
            <a:r>
              <a:rPr b="0" lang="fr-FR" sz="1600" spc="-1" strike="noStrike">
                <a:solidFill>
                  <a:srgbClr val="333333"/>
                </a:solidFill>
                <a:latin typeface="Calibri"/>
                <a:ea typeface="DejaVu Sans"/>
              </a:rPr>
              <a:t>o</a:t>
            </a:r>
            <a:r>
              <a:rPr b="0" lang="fr-FR" sz="1600" spc="-1" strike="noStrike">
                <a:solidFill>
                  <a:srgbClr val="333333"/>
                </a:solidFill>
                <a:latin typeface="Calibri"/>
                <a:ea typeface="DejaVu Sans"/>
              </a:rPr>
              <a:t>p</a:t>
            </a:r>
            <a:r>
              <a:rPr b="0" lang="fr-FR" sz="1600" spc="-1" strike="noStrike">
                <a:solidFill>
                  <a:srgbClr val="333333"/>
                </a:solidFill>
                <a:latin typeface="Calibri"/>
                <a:ea typeface="DejaVu Sans"/>
              </a:rPr>
              <a:t>i</a:t>
            </a:r>
            <a:r>
              <a:rPr b="0" lang="fr-FR" sz="1600" spc="-1" strike="noStrike">
                <a:solidFill>
                  <a:srgbClr val="333333"/>
                </a:solidFill>
                <a:latin typeface="Calibri"/>
                <a:ea typeface="DejaVu Sans"/>
              </a:rPr>
              <a:t>n</a:t>
            </a:r>
            <a:r>
              <a:rPr b="0" lang="fr-FR" sz="1600" spc="-1" strike="noStrike">
                <a:solidFill>
                  <a:srgbClr val="333333"/>
                </a:solidFill>
                <a:latin typeface="Calibri"/>
                <a:ea typeface="DejaVu Sans"/>
              </a:rPr>
              <a:t>i</a:t>
            </a:r>
            <a:r>
              <a:rPr b="0" lang="fr-FR" sz="1600" spc="-1" strike="noStrike">
                <a:solidFill>
                  <a:srgbClr val="333333"/>
                </a:solidFill>
                <a:latin typeface="Calibri"/>
                <a:ea typeface="DejaVu Sans"/>
              </a:rPr>
              <a:t>o</a:t>
            </a:r>
            <a:r>
              <a:rPr b="0" lang="fr-FR" sz="1600" spc="-1" strike="noStrike">
                <a:solidFill>
                  <a:srgbClr val="333333"/>
                </a:solidFill>
                <a:latin typeface="Calibri"/>
                <a:ea typeface="DejaVu Sans"/>
              </a:rPr>
              <a:t>n</a:t>
            </a:r>
            <a:endParaRPr b="0" lang="fr-FR" sz="1600" spc="-1" strike="noStrike">
              <a:latin typeface="Arial"/>
            </a:endParaRPr>
          </a:p>
          <a:p>
            <a:pPr marL="216000" indent="-216000">
              <a:lnSpc>
                <a:spcPct val="100000"/>
              </a:lnSpc>
              <a:buClr>
                <a:srgbClr val="000000"/>
              </a:buClr>
              <a:buSzPct val="45000"/>
              <a:buFont typeface="Wingdings" charset="2"/>
              <a:buChar char=""/>
              <a:tabLst>
                <a:tab algn="l" pos="0"/>
              </a:tabLst>
            </a:pPr>
            <a:endParaRPr b="0" lang="fr-FR" sz="1600" spc="-1" strike="noStrike">
              <a:latin typeface="Arial"/>
            </a:endParaRPr>
          </a:p>
          <a:p>
            <a:pPr marL="216000" indent="-216000">
              <a:lnSpc>
                <a:spcPct val="100000"/>
              </a:lnSpc>
              <a:buClr>
                <a:srgbClr val="000000"/>
              </a:buClr>
              <a:buSzPct val="45000"/>
              <a:buFont typeface="Wingdings" charset="2"/>
              <a:buChar char=""/>
              <a:tabLst>
                <a:tab algn="l" pos="0"/>
              </a:tabLst>
            </a:pPr>
            <a:r>
              <a:rPr b="0" lang="fr-FR" sz="1600" spc="-1" strike="noStrike">
                <a:solidFill>
                  <a:srgbClr val="333333"/>
                </a:solidFill>
                <a:latin typeface="Calibri"/>
                <a:ea typeface="DejaVu Sans"/>
              </a:rPr>
              <a:t>L</a:t>
            </a:r>
            <a:r>
              <a:rPr b="0" lang="fr-FR" sz="1600" spc="-1" strike="noStrike">
                <a:solidFill>
                  <a:srgbClr val="333333"/>
                </a:solidFill>
                <a:latin typeface="Calibri"/>
                <a:ea typeface="DejaVu Sans"/>
              </a:rPr>
              <a:t>o</a:t>
            </a:r>
            <a:r>
              <a:rPr b="0" lang="fr-FR" sz="1600" spc="-1" strike="noStrike">
                <a:solidFill>
                  <a:srgbClr val="333333"/>
                </a:solidFill>
                <a:latin typeface="Calibri"/>
                <a:ea typeface="DejaVu Sans"/>
              </a:rPr>
              <a:t>n</a:t>
            </a:r>
            <a:r>
              <a:rPr b="0" lang="fr-FR" sz="1600" spc="-1" strike="noStrike">
                <a:solidFill>
                  <a:srgbClr val="333333"/>
                </a:solidFill>
                <a:latin typeface="Calibri"/>
                <a:ea typeface="DejaVu Sans"/>
              </a:rPr>
              <a:t>g</a:t>
            </a:r>
            <a:r>
              <a:rPr b="0" lang="fr-FR" sz="1600" spc="-1" strike="noStrike">
                <a:solidFill>
                  <a:srgbClr val="333333"/>
                </a:solidFill>
                <a:latin typeface="Calibri"/>
                <a:ea typeface="DejaVu Sans"/>
              </a:rPr>
              <a:t>-</a:t>
            </a:r>
            <a:r>
              <a:rPr b="0" lang="fr-FR" sz="1600" spc="-1" strike="noStrike">
                <a:solidFill>
                  <a:srgbClr val="333333"/>
                </a:solidFill>
                <a:latin typeface="Calibri"/>
                <a:ea typeface="DejaVu Sans"/>
              </a:rPr>
              <a:t>t</a:t>
            </a:r>
            <a:r>
              <a:rPr b="0" lang="fr-FR" sz="1600" spc="-1" strike="noStrike">
                <a:solidFill>
                  <a:srgbClr val="333333"/>
                </a:solidFill>
                <a:latin typeface="Calibri"/>
                <a:ea typeface="DejaVu Sans"/>
              </a:rPr>
              <a:t>e</a:t>
            </a:r>
            <a:r>
              <a:rPr b="0" lang="fr-FR" sz="1600" spc="-1" strike="noStrike">
                <a:solidFill>
                  <a:srgbClr val="333333"/>
                </a:solidFill>
                <a:latin typeface="Calibri"/>
                <a:ea typeface="DejaVu Sans"/>
              </a:rPr>
              <a:t>r</a:t>
            </a:r>
            <a:r>
              <a:rPr b="0" lang="fr-FR" sz="1600" spc="-1" strike="noStrike">
                <a:solidFill>
                  <a:srgbClr val="333333"/>
                </a:solidFill>
                <a:latin typeface="Calibri"/>
                <a:ea typeface="DejaVu Sans"/>
              </a:rPr>
              <a:t>m</a:t>
            </a:r>
            <a:r>
              <a:rPr b="0" lang="fr-FR" sz="1600" spc="-1" strike="noStrike">
                <a:solidFill>
                  <a:srgbClr val="333333"/>
                </a:solidFill>
                <a:latin typeface="Calibri"/>
                <a:ea typeface="DejaVu Sans"/>
              </a:rPr>
              <a:t>e</a:t>
            </a:r>
            <a:r>
              <a:rPr b="0" lang="fr-FR" sz="1600" spc="-1" strike="noStrike">
                <a:solidFill>
                  <a:srgbClr val="333333"/>
                </a:solidFill>
                <a:latin typeface="Calibri"/>
                <a:ea typeface="DejaVu Sans"/>
              </a:rPr>
              <a:t> </a:t>
            </a:r>
            <a:r>
              <a:rPr b="0" lang="fr-FR" sz="1600" spc="-1" strike="noStrike">
                <a:solidFill>
                  <a:srgbClr val="333333"/>
                </a:solidFill>
                <a:latin typeface="Calibri"/>
                <a:ea typeface="DejaVu Sans"/>
              </a:rPr>
              <a:t>:</a:t>
            </a:r>
            <a:r>
              <a:rPr b="0" lang="fr-FR" sz="1600" spc="-1" strike="noStrike">
                <a:solidFill>
                  <a:srgbClr val="333333"/>
                </a:solidFill>
                <a:latin typeface="Calibri"/>
                <a:ea typeface="DejaVu Sans"/>
              </a:rPr>
              <a:t> </a:t>
            </a:r>
            <a:r>
              <a:rPr b="0" lang="fr-FR" sz="1600" spc="-1" strike="noStrike">
                <a:solidFill>
                  <a:srgbClr val="333333"/>
                </a:solidFill>
                <a:latin typeface="Calibri"/>
                <a:ea typeface="DejaVu Sans"/>
              </a:rPr>
              <a:t>c</a:t>
            </a:r>
            <a:r>
              <a:rPr b="0" lang="fr-FR" sz="1600" spc="-1" strike="noStrike">
                <a:solidFill>
                  <a:srgbClr val="333333"/>
                </a:solidFill>
                <a:latin typeface="Calibri"/>
                <a:ea typeface="DejaVu Sans"/>
              </a:rPr>
              <a:t>o</a:t>
            </a:r>
            <a:r>
              <a:rPr b="0" lang="fr-FR" sz="1600" spc="-1" strike="noStrike">
                <a:solidFill>
                  <a:srgbClr val="333333"/>
                </a:solidFill>
                <a:latin typeface="Calibri"/>
                <a:ea typeface="DejaVu Sans"/>
              </a:rPr>
              <a:t>n</a:t>
            </a:r>
            <a:r>
              <a:rPr b="0" lang="fr-FR" sz="1600" spc="-1" strike="noStrike">
                <a:solidFill>
                  <a:srgbClr val="333333"/>
                </a:solidFill>
                <a:latin typeface="Calibri"/>
                <a:ea typeface="DejaVu Sans"/>
              </a:rPr>
              <a:t>s</a:t>
            </a:r>
            <a:r>
              <a:rPr b="0" lang="fr-FR" sz="1600" spc="-1" strike="noStrike">
                <a:solidFill>
                  <a:srgbClr val="333333"/>
                </a:solidFill>
                <a:latin typeface="Calibri"/>
                <a:ea typeface="DejaVu Sans"/>
              </a:rPr>
              <a:t>e</a:t>
            </a:r>
            <a:r>
              <a:rPr b="0" lang="fr-FR" sz="1600" spc="-1" strike="noStrike">
                <a:solidFill>
                  <a:srgbClr val="333333"/>
                </a:solidFill>
                <a:latin typeface="Calibri"/>
                <a:ea typeface="DejaVu Sans"/>
              </a:rPr>
              <a:t>n</a:t>
            </a:r>
            <a:r>
              <a:rPr b="0" lang="fr-FR" sz="1600" spc="-1" strike="noStrike">
                <a:solidFill>
                  <a:srgbClr val="333333"/>
                </a:solidFill>
                <a:latin typeface="Calibri"/>
                <a:ea typeface="DejaVu Sans"/>
              </a:rPr>
              <a:t>s</a:t>
            </a:r>
            <a:r>
              <a:rPr b="0" lang="fr-FR" sz="1600" spc="-1" strike="noStrike">
                <a:solidFill>
                  <a:srgbClr val="333333"/>
                </a:solidFill>
                <a:latin typeface="Calibri"/>
                <a:ea typeface="DejaVu Sans"/>
              </a:rPr>
              <a:t>u</a:t>
            </a:r>
            <a:r>
              <a:rPr b="0" lang="fr-FR" sz="1600" spc="-1" strike="noStrike">
                <a:solidFill>
                  <a:srgbClr val="333333"/>
                </a:solidFill>
                <a:latin typeface="Calibri"/>
                <a:ea typeface="DejaVu Sans"/>
              </a:rPr>
              <a:t>s</a:t>
            </a:r>
            <a:endParaRPr b="0" lang="fr-FR" sz="1600" spc="-1" strike="noStrike">
              <a:latin typeface="Arial"/>
            </a:endParaRPr>
          </a:p>
          <a:p>
            <a:pPr marL="216000" indent="-216000">
              <a:lnSpc>
                <a:spcPct val="100000"/>
              </a:lnSpc>
              <a:buClr>
                <a:srgbClr val="000000"/>
              </a:buClr>
              <a:buSzPct val="45000"/>
              <a:buFont typeface="Wingdings" charset="2"/>
              <a:buChar char=""/>
              <a:tabLst>
                <a:tab algn="l" pos="0"/>
              </a:tabLst>
            </a:pPr>
            <a:endParaRPr b="0" lang="fr-FR" sz="1600" spc="-1" strike="noStrike">
              <a:latin typeface="Arial"/>
            </a:endParaRPr>
          </a:p>
          <a:p>
            <a:pPr marL="216000" indent="-216000">
              <a:lnSpc>
                <a:spcPct val="100000"/>
              </a:lnSpc>
              <a:buClr>
                <a:srgbClr val="000000"/>
              </a:buClr>
              <a:buSzPct val="45000"/>
              <a:buFont typeface="Wingdings" charset="2"/>
              <a:buChar char=""/>
              <a:tabLst>
                <a:tab algn="l" pos="0"/>
              </a:tabLst>
            </a:pPr>
            <a:endParaRPr b="0" lang="fr-FR" sz="1600" spc="-1" strike="noStrike">
              <a:latin typeface="Arial"/>
            </a:endParaRPr>
          </a:p>
          <a:p>
            <a:pPr>
              <a:lnSpc>
                <a:spcPct val="100000"/>
              </a:lnSpc>
              <a:buNone/>
              <a:tabLst>
                <a:tab algn="l" pos="0"/>
              </a:tabLst>
            </a:pPr>
            <a:endParaRPr b="0" lang="fr-FR" sz="1600" spc="-1" strike="noStrike">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07" name="Shape 12"/>
          <p:cNvSpPr/>
          <p:nvPr/>
        </p:nvSpPr>
        <p:spPr>
          <a:xfrm>
            <a:off x="0" y="0"/>
            <a:ext cx="9141840" cy="363600"/>
          </a:xfrm>
          <a:prstGeom prst="rect">
            <a:avLst/>
          </a:prstGeom>
          <a:solidFill>
            <a:srgbClr val="1e3a5f"/>
          </a:solidFill>
          <a:ln w="12700">
            <a:solidFill>
              <a:srgbClr val="1e3a5f"/>
            </a:solidFill>
            <a:round/>
          </a:ln>
        </p:spPr>
        <p:style>
          <a:lnRef idx="0"/>
          <a:fillRef idx="0"/>
          <a:effectRef idx="0"/>
          <a:fontRef idx="minor"/>
        </p:style>
      </p:sp>
      <p:sp>
        <p:nvSpPr>
          <p:cNvPr id="108" name="Text 31"/>
          <p:cNvSpPr/>
          <p:nvPr/>
        </p:nvSpPr>
        <p:spPr>
          <a:xfrm>
            <a:off x="182880" y="0"/>
            <a:ext cx="8776080" cy="363600"/>
          </a:xfrm>
          <a:prstGeom prst="rect">
            <a:avLst/>
          </a:prstGeom>
          <a:noFill/>
          <a:ln w="0">
            <a:noFill/>
          </a:ln>
        </p:spPr>
        <p:style>
          <a:lnRef idx="0"/>
          <a:fillRef idx="0"/>
          <a:effectRef idx="0"/>
          <a:fontRef idx="minor"/>
        </p:style>
        <p:txBody>
          <a:bodyPr lIns="0" rIns="0" tIns="0" bIns="0" anchor="ctr">
            <a:noAutofit/>
          </a:bodyPr>
          <a:p>
            <a:pPr>
              <a:lnSpc>
                <a:spcPct val="100000"/>
              </a:lnSpc>
              <a:buNone/>
              <a:tabLst>
                <a:tab algn="l" pos="0"/>
              </a:tabLst>
            </a:pPr>
            <a:r>
              <a:rPr b="1" lang="fr-FR" sz="1000" spc="-1" strike="noStrike">
                <a:solidFill>
                  <a:srgbClr val="ffffff"/>
                </a:solidFill>
                <a:latin typeface="Calibri"/>
                <a:ea typeface="DejaVu Sans"/>
              </a:rPr>
              <a:t>Les dynamiques d’opinion - 2</a:t>
            </a:r>
            <a:endParaRPr b="0" lang="fr-FR" sz="1000" spc="-1" strike="noStrike">
              <a:latin typeface="Arial"/>
            </a:endParaRPr>
          </a:p>
        </p:txBody>
      </p:sp>
      <p:sp>
        <p:nvSpPr>
          <p:cNvPr id="109" name="Text 32"/>
          <p:cNvSpPr/>
          <p:nvPr/>
        </p:nvSpPr>
        <p:spPr>
          <a:xfrm>
            <a:off x="274320" y="457200"/>
            <a:ext cx="8593200" cy="546480"/>
          </a:xfrm>
          <a:prstGeom prst="rect">
            <a:avLst/>
          </a:prstGeom>
          <a:noFill/>
          <a:ln w="0">
            <a:noFill/>
          </a:ln>
        </p:spPr>
        <p:style>
          <a:lnRef idx="0"/>
          <a:fillRef idx="0"/>
          <a:effectRef idx="0"/>
          <a:fontRef idx="minor"/>
        </p:style>
        <p:txBody>
          <a:bodyPr lIns="90000" rIns="90000" tIns="45000" bIns="45000" anchor="ctr">
            <a:noAutofit/>
          </a:bodyPr>
          <a:p>
            <a:pPr>
              <a:lnSpc>
                <a:spcPct val="100000"/>
              </a:lnSpc>
              <a:buNone/>
              <a:tabLst>
                <a:tab algn="l" pos="0"/>
              </a:tabLst>
            </a:pPr>
            <a:r>
              <a:rPr b="1" lang="fr-FR" sz="2000" spc="-1" strike="noStrike">
                <a:solidFill>
                  <a:srgbClr val="1e3a5f"/>
                </a:solidFill>
                <a:latin typeface="Calibri"/>
                <a:ea typeface="DejaVu Sans"/>
              </a:rPr>
              <a:t>Characterizer l’influence social</a:t>
            </a:r>
            <a:endParaRPr b="0" lang="fr-FR" sz="2000" spc="-1" strike="noStrike">
              <a:latin typeface="Arial"/>
            </a:endParaRPr>
          </a:p>
        </p:txBody>
      </p:sp>
      <p:sp>
        <p:nvSpPr>
          <p:cNvPr id="110" name="Shape 13"/>
          <p:cNvSpPr/>
          <p:nvPr/>
        </p:nvSpPr>
        <p:spPr>
          <a:xfrm>
            <a:off x="274320" y="1023840"/>
            <a:ext cx="8595360" cy="360"/>
          </a:xfrm>
          <a:prstGeom prst="line">
            <a:avLst/>
          </a:prstGeom>
          <a:ln w="12700">
            <a:solidFill>
              <a:srgbClr val="1e3a5f"/>
            </a:solidFill>
            <a:round/>
          </a:ln>
        </p:spPr>
        <p:style>
          <a:lnRef idx="0"/>
          <a:fillRef idx="0"/>
          <a:effectRef idx="0"/>
          <a:fontRef idx="minor"/>
        </p:style>
      </p:sp>
      <p:sp>
        <p:nvSpPr>
          <p:cNvPr id="111" name="Text 33"/>
          <p:cNvSpPr/>
          <p:nvPr/>
        </p:nvSpPr>
        <p:spPr>
          <a:xfrm>
            <a:off x="274320" y="1122120"/>
            <a:ext cx="8593200" cy="272160"/>
          </a:xfrm>
          <a:prstGeom prst="rect">
            <a:avLst/>
          </a:prstGeom>
          <a:noFill/>
          <a:ln w="0">
            <a:noFill/>
          </a:ln>
        </p:spPr>
        <p:style>
          <a:lnRef idx="0"/>
          <a:fillRef idx="0"/>
          <a:effectRef idx="0"/>
          <a:fontRef idx="minor"/>
        </p:style>
        <p:txBody>
          <a:bodyPr lIns="90000" rIns="90000" tIns="45000" bIns="45000" anchor="ctr">
            <a:noAutofit/>
          </a:bodyPr>
          <a:p>
            <a:pPr>
              <a:lnSpc>
                <a:spcPct val="100000"/>
              </a:lnSpc>
              <a:buNone/>
              <a:tabLst>
                <a:tab algn="l" pos="0"/>
              </a:tabLst>
            </a:pPr>
            <a:r>
              <a:rPr b="1" lang="fr-FR" sz="1100" spc="-1" strike="noStrike">
                <a:solidFill>
                  <a:srgbClr val="1e3a5f"/>
                </a:solidFill>
                <a:latin typeface="Calibri"/>
                <a:ea typeface="DejaVu Sans"/>
              </a:rPr>
              <a:t>Trois exemples de modèles d’influence social (Flache et al., 2017)</a:t>
            </a:r>
            <a:endParaRPr b="0" lang="fr-FR" sz="1100" spc="-1" strike="noStrike">
              <a:latin typeface="Arial"/>
            </a:endParaRPr>
          </a:p>
        </p:txBody>
      </p:sp>
      <p:pic>
        <p:nvPicPr>
          <p:cNvPr id="112" name="" descr=""/>
          <p:cNvPicPr/>
          <p:nvPr/>
        </p:nvPicPr>
        <p:blipFill>
          <a:blip r:embed="rId1"/>
          <a:srcRect l="33393" t="11885" r="36238" b="0"/>
          <a:stretch/>
        </p:blipFill>
        <p:spPr>
          <a:xfrm>
            <a:off x="720000" y="1619280"/>
            <a:ext cx="1800000" cy="3060720"/>
          </a:xfrm>
          <a:prstGeom prst="rect">
            <a:avLst/>
          </a:prstGeom>
          <a:ln w="0">
            <a:noFill/>
          </a:ln>
        </p:spPr>
      </p:pic>
      <p:sp>
        <p:nvSpPr>
          <p:cNvPr id="113" name="Text 25"/>
          <p:cNvSpPr/>
          <p:nvPr/>
        </p:nvSpPr>
        <p:spPr>
          <a:xfrm>
            <a:off x="3826800" y="2298240"/>
            <a:ext cx="4273200" cy="1003680"/>
          </a:xfrm>
          <a:prstGeom prst="rect">
            <a:avLst/>
          </a:prstGeom>
          <a:noFill/>
          <a:ln w="0">
            <a:noFill/>
          </a:ln>
        </p:spPr>
        <p:style>
          <a:lnRef idx="0"/>
          <a:fillRef idx="0"/>
          <a:effectRef idx="0"/>
          <a:fontRef idx="minor"/>
        </p:style>
        <p:txBody>
          <a:bodyPr lIns="90000" rIns="90000" tIns="45000" bIns="45000" anchor="ctr">
            <a:noAutofit/>
          </a:bodyPr>
          <a:p>
            <a:pPr marL="216000" indent="-216000">
              <a:lnSpc>
                <a:spcPct val="100000"/>
              </a:lnSpc>
              <a:buClr>
                <a:srgbClr val="000000"/>
              </a:buClr>
              <a:buSzPct val="45000"/>
              <a:buFont typeface="Wingdings" charset="2"/>
              <a:buChar char=""/>
              <a:tabLst>
                <a:tab algn="l" pos="0"/>
              </a:tabLst>
            </a:pPr>
            <a:endParaRPr b="0" lang="fr-FR" sz="1600" spc="-1" strike="noStrike">
              <a:latin typeface="Arial"/>
            </a:endParaRPr>
          </a:p>
          <a:p>
            <a:pPr marL="216000" indent="-216000">
              <a:lnSpc>
                <a:spcPct val="100000"/>
              </a:lnSpc>
              <a:buClr>
                <a:srgbClr val="000000"/>
              </a:buClr>
              <a:buSzPct val="45000"/>
              <a:buFont typeface="Wingdings" charset="2"/>
              <a:buChar char=""/>
              <a:tabLst>
                <a:tab algn="l" pos="0"/>
              </a:tabLst>
            </a:pPr>
            <a:r>
              <a:rPr b="0" lang="fr-FR" sz="1600" spc="-1" strike="noStrike">
                <a:solidFill>
                  <a:srgbClr val="333333"/>
                </a:solidFill>
                <a:latin typeface="Calibri"/>
                <a:ea typeface="DejaVu Sans"/>
              </a:rPr>
              <a:t>Tout le monde est connecté</a:t>
            </a:r>
            <a:endParaRPr b="0" lang="fr-FR" sz="1600" spc="-1" strike="noStrike">
              <a:latin typeface="Arial"/>
            </a:endParaRPr>
          </a:p>
          <a:p>
            <a:pPr marL="216000" indent="-216000">
              <a:lnSpc>
                <a:spcPct val="100000"/>
              </a:lnSpc>
              <a:buClr>
                <a:srgbClr val="000000"/>
              </a:buClr>
              <a:buSzPct val="45000"/>
              <a:buFont typeface="Wingdings" charset="2"/>
              <a:buChar char=""/>
              <a:tabLst>
                <a:tab algn="l" pos="0"/>
              </a:tabLst>
            </a:pPr>
            <a:endParaRPr b="0" lang="fr-FR" sz="1600" spc="-1" strike="noStrike">
              <a:latin typeface="Arial"/>
            </a:endParaRPr>
          </a:p>
          <a:p>
            <a:pPr marL="216000" indent="-216000">
              <a:lnSpc>
                <a:spcPct val="100000"/>
              </a:lnSpc>
              <a:buClr>
                <a:srgbClr val="000000"/>
              </a:buClr>
              <a:buSzPct val="45000"/>
              <a:buFont typeface="Wingdings" charset="2"/>
              <a:buChar char=""/>
              <a:tabLst>
                <a:tab algn="l" pos="0"/>
              </a:tabLst>
            </a:pPr>
            <a:r>
              <a:rPr b="0" lang="fr-FR" sz="1600" spc="-1" strike="noStrike">
                <a:solidFill>
                  <a:srgbClr val="333333"/>
                </a:solidFill>
                <a:latin typeface="Calibri"/>
                <a:ea typeface="DejaVu Sans"/>
              </a:rPr>
              <a:t>Chaque individu s’influence</a:t>
            </a:r>
            <a:endParaRPr b="0" lang="fr-FR" sz="1600" spc="-1" strike="noStrike">
              <a:latin typeface="Arial"/>
            </a:endParaRPr>
          </a:p>
          <a:p>
            <a:pPr marL="216000" indent="-216000">
              <a:lnSpc>
                <a:spcPct val="100000"/>
              </a:lnSpc>
              <a:buClr>
                <a:srgbClr val="000000"/>
              </a:buClr>
              <a:buSzPct val="45000"/>
              <a:buFont typeface="Wingdings" charset="2"/>
              <a:buChar char=""/>
              <a:tabLst>
                <a:tab algn="l" pos="0"/>
              </a:tabLst>
            </a:pPr>
            <a:endParaRPr b="0" lang="fr-FR" sz="1600" spc="-1" strike="noStrike">
              <a:latin typeface="Arial"/>
            </a:endParaRPr>
          </a:p>
          <a:p>
            <a:pPr marL="216000" indent="-216000">
              <a:lnSpc>
                <a:spcPct val="100000"/>
              </a:lnSpc>
              <a:buClr>
                <a:srgbClr val="000000"/>
              </a:buClr>
              <a:buSzPct val="45000"/>
              <a:buFont typeface="Wingdings" charset="2"/>
              <a:buChar char=""/>
              <a:tabLst>
                <a:tab algn="l" pos="0"/>
              </a:tabLst>
            </a:pPr>
            <a:r>
              <a:rPr b="0" lang="fr-FR" sz="1600" spc="-1" strike="noStrike">
                <a:solidFill>
                  <a:srgbClr val="333333"/>
                </a:solidFill>
                <a:latin typeface="Calibri"/>
                <a:ea typeface="DejaVu Sans"/>
              </a:rPr>
              <a:t>Réduction de difference d’opinion</a:t>
            </a:r>
            <a:endParaRPr b="0" lang="fr-FR" sz="1600" spc="-1" strike="noStrike">
              <a:latin typeface="Arial"/>
            </a:endParaRPr>
          </a:p>
          <a:p>
            <a:pPr marL="216000" indent="-216000">
              <a:lnSpc>
                <a:spcPct val="100000"/>
              </a:lnSpc>
              <a:buClr>
                <a:srgbClr val="000000"/>
              </a:buClr>
              <a:buSzPct val="45000"/>
              <a:buFont typeface="Wingdings" charset="2"/>
              <a:buChar char=""/>
              <a:tabLst>
                <a:tab algn="l" pos="0"/>
              </a:tabLst>
            </a:pPr>
            <a:endParaRPr b="0" lang="fr-FR" sz="1600" spc="-1" strike="noStrike">
              <a:latin typeface="Arial"/>
            </a:endParaRPr>
          </a:p>
          <a:p>
            <a:pPr marL="216000" indent="-216000">
              <a:lnSpc>
                <a:spcPct val="100000"/>
              </a:lnSpc>
              <a:buClr>
                <a:srgbClr val="000000"/>
              </a:buClr>
              <a:buSzPct val="45000"/>
              <a:buFont typeface="Wingdings" charset="2"/>
              <a:buChar char=""/>
              <a:tabLst>
                <a:tab algn="l" pos="0"/>
              </a:tabLst>
            </a:pPr>
            <a:r>
              <a:rPr b="0" lang="fr-FR" sz="1600" spc="-1" strike="noStrike">
                <a:solidFill>
                  <a:srgbClr val="333333"/>
                </a:solidFill>
                <a:latin typeface="Calibri"/>
                <a:ea typeface="DejaVu Sans"/>
              </a:rPr>
              <a:t>Long-terme : consensus</a:t>
            </a:r>
            <a:endParaRPr b="0" lang="fr-FR" sz="1600" spc="-1" strike="noStrike">
              <a:latin typeface="Arial"/>
            </a:endParaRPr>
          </a:p>
          <a:p>
            <a:pPr marL="216000" indent="-216000">
              <a:lnSpc>
                <a:spcPct val="100000"/>
              </a:lnSpc>
              <a:buClr>
                <a:srgbClr val="000000"/>
              </a:buClr>
              <a:buSzPct val="45000"/>
              <a:buFont typeface="Wingdings" charset="2"/>
              <a:buChar char=""/>
              <a:tabLst>
                <a:tab algn="l" pos="0"/>
              </a:tabLst>
            </a:pPr>
            <a:endParaRPr b="0" lang="fr-FR" sz="1600" spc="-1" strike="noStrike">
              <a:latin typeface="Arial"/>
            </a:endParaRPr>
          </a:p>
          <a:p>
            <a:pPr marL="216000" indent="-216000">
              <a:lnSpc>
                <a:spcPct val="100000"/>
              </a:lnSpc>
              <a:buClr>
                <a:srgbClr val="000000"/>
              </a:buClr>
              <a:buSzPct val="45000"/>
              <a:buFont typeface="Wingdings" charset="2"/>
              <a:buChar char=""/>
              <a:tabLst>
                <a:tab algn="l" pos="0"/>
              </a:tabLst>
            </a:pPr>
            <a:endParaRPr b="0" lang="fr-FR" sz="1600" spc="-1" strike="noStrike">
              <a:latin typeface="Arial"/>
            </a:endParaRPr>
          </a:p>
          <a:p>
            <a:pPr>
              <a:lnSpc>
                <a:spcPct val="100000"/>
              </a:lnSpc>
              <a:buNone/>
              <a:tabLst>
                <a:tab algn="l" pos="0"/>
              </a:tabLst>
            </a:pPr>
            <a:endParaRPr b="0" lang="fr-FR" sz="1600" spc="-1" strike="noStrike">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14" name="Shape 14"/>
          <p:cNvSpPr/>
          <p:nvPr/>
        </p:nvSpPr>
        <p:spPr>
          <a:xfrm>
            <a:off x="0" y="0"/>
            <a:ext cx="9141840" cy="363600"/>
          </a:xfrm>
          <a:prstGeom prst="rect">
            <a:avLst/>
          </a:prstGeom>
          <a:solidFill>
            <a:srgbClr val="1e3a5f"/>
          </a:solidFill>
          <a:ln w="12700">
            <a:solidFill>
              <a:srgbClr val="1e3a5f"/>
            </a:solidFill>
            <a:round/>
          </a:ln>
        </p:spPr>
        <p:style>
          <a:lnRef idx="0"/>
          <a:fillRef idx="0"/>
          <a:effectRef idx="0"/>
          <a:fontRef idx="minor"/>
        </p:style>
      </p:sp>
      <p:sp>
        <p:nvSpPr>
          <p:cNvPr id="115" name="Text 34"/>
          <p:cNvSpPr/>
          <p:nvPr/>
        </p:nvSpPr>
        <p:spPr>
          <a:xfrm>
            <a:off x="182880" y="0"/>
            <a:ext cx="8776080" cy="363600"/>
          </a:xfrm>
          <a:prstGeom prst="rect">
            <a:avLst/>
          </a:prstGeom>
          <a:noFill/>
          <a:ln w="0">
            <a:noFill/>
          </a:ln>
        </p:spPr>
        <p:style>
          <a:lnRef idx="0"/>
          <a:fillRef idx="0"/>
          <a:effectRef idx="0"/>
          <a:fontRef idx="minor"/>
        </p:style>
        <p:txBody>
          <a:bodyPr lIns="0" rIns="0" tIns="0" bIns="0" anchor="ctr">
            <a:noAutofit/>
          </a:bodyPr>
          <a:p>
            <a:pPr>
              <a:lnSpc>
                <a:spcPct val="100000"/>
              </a:lnSpc>
              <a:buNone/>
              <a:tabLst>
                <a:tab algn="l" pos="0"/>
              </a:tabLst>
            </a:pPr>
            <a:r>
              <a:rPr b="1" lang="fr-FR" sz="1000" spc="-1" strike="noStrike">
                <a:solidFill>
                  <a:srgbClr val="ffffff"/>
                </a:solidFill>
                <a:latin typeface="Calibri"/>
                <a:ea typeface="DejaVu Sans"/>
              </a:rPr>
              <a:t>Les dynamiques d’opinion - 3</a:t>
            </a:r>
            <a:endParaRPr b="0" lang="fr-FR" sz="1000" spc="-1" strike="noStrike">
              <a:latin typeface="Arial"/>
            </a:endParaRPr>
          </a:p>
        </p:txBody>
      </p:sp>
      <p:sp>
        <p:nvSpPr>
          <p:cNvPr id="116" name="Text 35"/>
          <p:cNvSpPr/>
          <p:nvPr/>
        </p:nvSpPr>
        <p:spPr>
          <a:xfrm>
            <a:off x="274320" y="457200"/>
            <a:ext cx="8593200" cy="546480"/>
          </a:xfrm>
          <a:prstGeom prst="rect">
            <a:avLst/>
          </a:prstGeom>
          <a:noFill/>
          <a:ln w="0">
            <a:noFill/>
          </a:ln>
        </p:spPr>
        <p:style>
          <a:lnRef idx="0"/>
          <a:fillRef idx="0"/>
          <a:effectRef idx="0"/>
          <a:fontRef idx="minor"/>
        </p:style>
        <p:txBody>
          <a:bodyPr lIns="90000" rIns="90000" tIns="45000" bIns="45000" anchor="ctr">
            <a:noAutofit/>
          </a:bodyPr>
          <a:p>
            <a:pPr>
              <a:lnSpc>
                <a:spcPct val="100000"/>
              </a:lnSpc>
              <a:buNone/>
              <a:tabLst>
                <a:tab algn="l" pos="0"/>
              </a:tabLst>
            </a:pPr>
            <a:r>
              <a:rPr b="1" lang="fr-FR" sz="2000" spc="-1" strike="noStrike">
                <a:solidFill>
                  <a:srgbClr val="1e3a5f"/>
                </a:solidFill>
                <a:latin typeface="Calibri"/>
                <a:ea typeface="DejaVu Sans"/>
              </a:rPr>
              <a:t>Characterizer l’influence social</a:t>
            </a:r>
            <a:endParaRPr b="0" lang="fr-FR" sz="2000" spc="-1" strike="noStrike">
              <a:latin typeface="Arial"/>
            </a:endParaRPr>
          </a:p>
        </p:txBody>
      </p:sp>
      <p:sp>
        <p:nvSpPr>
          <p:cNvPr id="117" name="Shape 15"/>
          <p:cNvSpPr/>
          <p:nvPr/>
        </p:nvSpPr>
        <p:spPr>
          <a:xfrm>
            <a:off x="274320" y="1023840"/>
            <a:ext cx="8595360" cy="360"/>
          </a:xfrm>
          <a:prstGeom prst="line">
            <a:avLst/>
          </a:prstGeom>
          <a:ln w="12700">
            <a:solidFill>
              <a:srgbClr val="1e3a5f"/>
            </a:solidFill>
            <a:round/>
          </a:ln>
        </p:spPr>
        <p:style>
          <a:lnRef idx="0"/>
          <a:fillRef idx="0"/>
          <a:effectRef idx="0"/>
          <a:fontRef idx="minor"/>
        </p:style>
      </p:sp>
      <p:sp>
        <p:nvSpPr>
          <p:cNvPr id="118" name="Text 36"/>
          <p:cNvSpPr/>
          <p:nvPr/>
        </p:nvSpPr>
        <p:spPr>
          <a:xfrm>
            <a:off x="274320" y="1122120"/>
            <a:ext cx="8593200" cy="272160"/>
          </a:xfrm>
          <a:prstGeom prst="rect">
            <a:avLst/>
          </a:prstGeom>
          <a:noFill/>
          <a:ln w="0">
            <a:noFill/>
          </a:ln>
        </p:spPr>
        <p:style>
          <a:lnRef idx="0"/>
          <a:fillRef idx="0"/>
          <a:effectRef idx="0"/>
          <a:fontRef idx="minor"/>
        </p:style>
        <p:txBody>
          <a:bodyPr lIns="90000" rIns="90000" tIns="45000" bIns="45000" anchor="ctr">
            <a:noAutofit/>
          </a:bodyPr>
          <a:p>
            <a:pPr>
              <a:lnSpc>
                <a:spcPct val="100000"/>
              </a:lnSpc>
              <a:buNone/>
              <a:tabLst>
                <a:tab algn="l" pos="0"/>
              </a:tabLst>
            </a:pPr>
            <a:r>
              <a:rPr b="1" lang="fr-FR" sz="1100" spc="-1" strike="noStrike">
                <a:solidFill>
                  <a:srgbClr val="1e3a5f"/>
                </a:solidFill>
                <a:latin typeface="Calibri"/>
                <a:ea typeface="DejaVu Sans"/>
              </a:rPr>
              <a:t>Trois exemples de modèles d’influence social (Flache et al., 2017)</a:t>
            </a:r>
            <a:endParaRPr b="0" lang="fr-FR" sz="1100" spc="-1" strike="noStrike">
              <a:latin typeface="Arial"/>
            </a:endParaRPr>
          </a:p>
        </p:txBody>
      </p:sp>
      <p:pic>
        <p:nvPicPr>
          <p:cNvPr id="119" name="" descr=""/>
          <p:cNvPicPr/>
          <p:nvPr/>
        </p:nvPicPr>
        <p:blipFill>
          <a:blip r:embed="rId1"/>
          <a:srcRect l="72663" t="11878" r="0" b="0"/>
          <a:stretch/>
        </p:blipFill>
        <p:spPr>
          <a:xfrm>
            <a:off x="900000" y="1584000"/>
            <a:ext cx="1620000" cy="3060000"/>
          </a:xfrm>
          <a:prstGeom prst="rect">
            <a:avLst/>
          </a:prstGeom>
          <a:ln w="0">
            <a:noFill/>
          </a:ln>
        </p:spPr>
      </p:pic>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20" name="Shape 10"/>
          <p:cNvSpPr/>
          <p:nvPr/>
        </p:nvSpPr>
        <p:spPr>
          <a:xfrm>
            <a:off x="0" y="0"/>
            <a:ext cx="9141840" cy="363600"/>
          </a:xfrm>
          <a:prstGeom prst="rect">
            <a:avLst/>
          </a:prstGeom>
          <a:solidFill>
            <a:srgbClr val="1e3a5f"/>
          </a:solidFill>
          <a:ln w="12700">
            <a:solidFill>
              <a:srgbClr val="1e3a5f"/>
            </a:solidFill>
            <a:round/>
          </a:ln>
        </p:spPr>
        <p:style>
          <a:lnRef idx="0"/>
          <a:fillRef idx="0"/>
          <a:effectRef idx="0"/>
          <a:fontRef idx="minor"/>
        </p:style>
      </p:sp>
      <p:sp>
        <p:nvSpPr>
          <p:cNvPr id="121" name="Text 28"/>
          <p:cNvSpPr/>
          <p:nvPr/>
        </p:nvSpPr>
        <p:spPr>
          <a:xfrm>
            <a:off x="182880" y="0"/>
            <a:ext cx="8776080" cy="363600"/>
          </a:xfrm>
          <a:prstGeom prst="rect">
            <a:avLst/>
          </a:prstGeom>
          <a:noFill/>
          <a:ln w="0">
            <a:noFill/>
          </a:ln>
        </p:spPr>
        <p:style>
          <a:lnRef idx="0"/>
          <a:fillRef idx="0"/>
          <a:effectRef idx="0"/>
          <a:fontRef idx="minor"/>
        </p:style>
        <p:txBody>
          <a:bodyPr lIns="0" rIns="0" tIns="0" bIns="0" anchor="ctr">
            <a:noAutofit/>
          </a:bodyPr>
          <a:p>
            <a:pPr>
              <a:lnSpc>
                <a:spcPct val="100000"/>
              </a:lnSpc>
              <a:buNone/>
              <a:tabLst>
                <a:tab algn="l" pos="0"/>
              </a:tabLst>
            </a:pPr>
            <a:r>
              <a:rPr b="1" lang="fr-FR" sz="1000" spc="-1" strike="noStrike">
                <a:solidFill>
                  <a:srgbClr val="ffffff"/>
                </a:solidFill>
                <a:latin typeface="Calibri"/>
                <a:ea typeface="DejaVu Sans"/>
              </a:rPr>
              <a:t>Les dynamiques d’opinion</a:t>
            </a:r>
            <a:endParaRPr b="0" lang="fr-FR" sz="1000" spc="-1" strike="noStrike">
              <a:latin typeface="Arial"/>
            </a:endParaRPr>
          </a:p>
        </p:txBody>
      </p:sp>
      <p:sp>
        <p:nvSpPr>
          <p:cNvPr id="122" name="Text 29"/>
          <p:cNvSpPr/>
          <p:nvPr/>
        </p:nvSpPr>
        <p:spPr>
          <a:xfrm>
            <a:off x="274320" y="457200"/>
            <a:ext cx="8593200" cy="546480"/>
          </a:xfrm>
          <a:prstGeom prst="rect">
            <a:avLst/>
          </a:prstGeom>
          <a:noFill/>
          <a:ln w="0">
            <a:noFill/>
          </a:ln>
        </p:spPr>
        <p:style>
          <a:lnRef idx="0"/>
          <a:fillRef idx="0"/>
          <a:effectRef idx="0"/>
          <a:fontRef idx="minor"/>
        </p:style>
        <p:txBody>
          <a:bodyPr lIns="90000" rIns="90000" tIns="45000" bIns="45000" anchor="ctr">
            <a:noAutofit/>
          </a:bodyPr>
          <a:p>
            <a:pPr>
              <a:lnSpc>
                <a:spcPct val="100000"/>
              </a:lnSpc>
              <a:buNone/>
              <a:tabLst>
                <a:tab algn="l" pos="0"/>
              </a:tabLst>
            </a:pPr>
            <a:r>
              <a:rPr b="1" lang="fr-FR" sz="2000" spc="-1" strike="noStrike">
                <a:solidFill>
                  <a:srgbClr val="1e3a5f"/>
                </a:solidFill>
                <a:latin typeface="Calibri"/>
                <a:ea typeface="DejaVu Sans"/>
              </a:rPr>
              <a:t>Characterizer l’influence social</a:t>
            </a:r>
            <a:endParaRPr b="0" lang="fr-FR" sz="2000" spc="-1" strike="noStrike">
              <a:latin typeface="Arial"/>
            </a:endParaRPr>
          </a:p>
        </p:txBody>
      </p:sp>
      <p:sp>
        <p:nvSpPr>
          <p:cNvPr id="123" name="Shape 11"/>
          <p:cNvSpPr/>
          <p:nvPr/>
        </p:nvSpPr>
        <p:spPr>
          <a:xfrm>
            <a:off x="274320" y="1023840"/>
            <a:ext cx="8595360" cy="360"/>
          </a:xfrm>
          <a:prstGeom prst="line">
            <a:avLst/>
          </a:prstGeom>
          <a:ln w="12700">
            <a:solidFill>
              <a:srgbClr val="1e3a5f"/>
            </a:solidFill>
            <a:round/>
          </a:ln>
        </p:spPr>
        <p:style>
          <a:lnRef idx="0"/>
          <a:fillRef idx="0"/>
          <a:effectRef idx="0"/>
          <a:fontRef idx="minor"/>
        </p:style>
      </p:sp>
      <p:sp>
        <p:nvSpPr>
          <p:cNvPr id="124" name="Text 30"/>
          <p:cNvSpPr/>
          <p:nvPr/>
        </p:nvSpPr>
        <p:spPr>
          <a:xfrm>
            <a:off x="274320" y="1122120"/>
            <a:ext cx="8593200" cy="272160"/>
          </a:xfrm>
          <a:prstGeom prst="rect">
            <a:avLst/>
          </a:prstGeom>
          <a:noFill/>
          <a:ln w="0">
            <a:noFill/>
          </a:ln>
        </p:spPr>
        <p:style>
          <a:lnRef idx="0"/>
          <a:fillRef idx="0"/>
          <a:effectRef idx="0"/>
          <a:fontRef idx="minor"/>
        </p:style>
        <p:txBody>
          <a:bodyPr lIns="90000" rIns="90000" tIns="45000" bIns="45000" anchor="ctr">
            <a:noAutofit/>
          </a:bodyPr>
          <a:p>
            <a:pPr>
              <a:lnSpc>
                <a:spcPct val="100000"/>
              </a:lnSpc>
              <a:buNone/>
              <a:tabLst>
                <a:tab algn="l" pos="0"/>
              </a:tabLst>
            </a:pPr>
            <a:r>
              <a:rPr b="1" lang="fr-FR" sz="1100" spc="-1" strike="noStrike">
                <a:solidFill>
                  <a:srgbClr val="1e3a5f"/>
                </a:solidFill>
                <a:latin typeface="Calibri"/>
                <a:ea typeface="DejaVu Sans"/>
              </a:rPr>
              <a:t>Trois exemples de modèles d’influence social (Flache et al., 2017)</a:t>
            </a:r>
            <a:endParaRPr b="0" lang="fr-FR" sz="1100" spc="-1" strike="noStrike">
              <a:latin typeface="Arial"/>
            </a:endParaRPr>
          </a:p>
        </p:txBody>
      </p:sp>
      <p:pic>
        <p:nvPicPr>
          <p:cNvPr id="125" name="" descr=""/>
          <p:cNvPicPr/>
          <p:nvPr/>
        </p:nvPicPr>
        <p:blipFill>
          <a:blip r:embed="rId1"/>
          <a:stretch/>
        </p:blipFill>
        <p:spPr>
          <a:xfrm>
            <a:off x="1595880" y="1394280"/>
            <a:ext cx="5928120" cy="3472920"/>
          </a:xfrm>
          <a:prstGeom prst="rect">
            <a:avLst/>
          </a:prstGeom>
          <a:ln w="0">
            <a:noFill/>
          </a:ln>
        </p:spPr>
      </p:pic>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26" name="Shape 16"/>
          <p:cNvSpPr/>
          <p:nvPr/>
        </p:nvSpPr>
        <p:spPr>
          <a:xfrm>
            <a:off x="0" y="0"/>
            <a:ext cx="9141840" cy="363600"/>
          </a:xfrm>
          <a:prstGeom prst="rect">
            <a:avLst/>
          </a:prstGeom>
          <a:solidFill>
            <a:srgbClr val="1e3a5f"/>
          </a:solidFill>
          <a:ln w="12700">
            <a:solidFill>
              <a:srgbClr val="1e3a5f"/>
            </a:solidFill>
            <a:round/>
          </a:ln>
        </p:spPr>
        <p:style>
          <a:lnRef idx="0"/>
          <a:fillRef idx="0"/>
          <a:effectRef idx="0"/>
          <a:fontRef idx="minor"/>
        </p:style>
      </p:sp>
      <p:sp>
        <p:nvSpPr>
          <p:cNvPr id="127" name="Text 20"/>
          <p:cNvSpPr/>
          <p:nvPr/>
        </p:nvSpPr>
        <p:spPr>
          <a:xfrm>
            <a:off x="182880" y="0"/>
            <a:ext cx="8776080" cy="363600"/>
          </a:xfrm>
          <a:prstGeom prst="rect">
            <a:avLst/>
          </a:prstGeom>
          <a:noFill/>
          <a:ln w="0">
            <a:noFill/>
          </a:ln>
        </p:spPr>
        <p:style>
          <a:lnRef idx="0"/>
          <a:fillRef idx="0"/>
          <a:effectRef idx="0"/>
          <a:fontRef idx="minor"/>
        </p:style>
        <p:txBody>
          <a:bodyPr lIns="0" rIns="0" tIns="0" bIns="0" anchor="ctr">
            <a:noAutofit/>
          </a:bodyPr>
          <a:p>
            <a:pPr>
              <a:lnSpc>
                <a:spcPct val="100000"/>
              </a:lnSpc>
              <a:buNone/>
              <a:tabLst>
                <a:tab algn="l" pos="0"/>
              </a:tabLst>
            </a:pPr>
            <a:r>
              <a:rPr b="1" lang="fr-FR" sz="1000" spc="-1" strike="noStrike">
                <a:solidFill>
                  <a:srgbClr val="ffffff"/>
                </a:solidFill>
                <a:latin typeface="Calibri"/>
                <a:ea typeface="DejaVu Sans"/>
              </a:rPr>
              <a:t>Les dynamiques d’opinion</a:t>
            </a:r>
            <a:endParaRPr b="0" lang="fr-FR" sz="1000" spc="-1" strike="noStrike">
              <a:latin typeface="Arial"/>
            </a:endParaRPr>
          </a:p>
        </p:txBody>
      </p:sp>
      <p:sp>
        <p:nvSpPr>
          <p:cNvPr id="128" name="Text 38"/>
          <p:cNvSpPr/>
          <p:nvPr/>
        </p:nvSpPr>
        <p:spPr>
          <a:xfrm>
            <a:off x="274320" y="457200"/>
            <a:ext cx="8593200" cy="546480"/>
          </a:xfrm>
          <a:prstGeom prst="rect">
            <a:avLst/>
          </a:prstGeom>
          <a:noFill/>
          <a:ln w="0">
            <a:noFill/>
          </a:ln>
        </p:spPr>
        <p:style>
          <a:lnRef idx="0"/>
          <a:fillRef idx="0"/>
          <a:effectRef idx="0"/>
          <a:fontRef idx="minor"/>
        </p:style>
        <p:txBody>
          <a:bodyPr lIns="90000" rIns="90000" tIns="45000" bIns="45000" anchor="ctr">
            <a:noAutofit/>
          </a:bodyPr>
          <a:p>
            <a:pPr>
              <a:lnSpc>
                <a:spcPct val="100000"/>
              </a:lnSpc>
              <a:buNone/>
              <a:tabLst>
                <a:tab algn="l" pos="0"/>
              </a:tabLst>
            </a:pPr>
            <a:r>
              <a:rPr b="1" lang="fr-FR" sz="2000" spc="-1" strike="noStrike">
                <a:solidFill>
                  <a:srgbClr val="1e3a5f"/>
                </a:solidFill>
                <a:latin typeface="Calibri"/>
                <a:ea typeface="DejaVu Sans"/>
              </a:rPr>
              <a:t>Characterizer l’influence social</a:t>
            </a:r>
            <a:endParaRPr b="0" lang="fr-FR" sz="2000" spc="-1" strike="noStrike">
              <a:latin typeface="Arial"/>
            </a:endParaRPr>
          </a:p>
        </p:txBody>
      </p:sp>
      <p:sp>
        <p:nvSpPr>
          <p:cNvPr id="129" name="Shape 17"/>
          <p:cNvSpPr/>
          <p:nvPr/>
        </p:nvSpPr>
        <p:spPr>
          <a:xfrm>
            <a:off x="274320" y="1023840"/>
            <a:ext cx="8595360" cy="360"/>
          </a:xfrm>
          <a:prstGeom prst="line">
            <a:avLst/>
          </a:prstGeom>
          <a:ln w="12700">
            <a:solidFill>
              <a:srgbClr val="1e3a5f"/>
            </a:solidFill>
            <a:round/>
          </a:ln>
        </p:spPr>
        <p:style>
          <a:lnRef idx="0"/>
          <a:fillRef idx="0"/>
          <a:effectRef idx="0"/>
          <a:fontRef idx="minor"/>
        </p:style>
      </p:sp>
      <p:sp>
        <p:nvSpPr>
          <p:cNvPr id="130" name="Text 39"/>
          <p:cNvSpPr/>
          <p:nvPr/>
        </p:nvSpPr>
        <p:spPr>
          <a:xfrm>
            <a:off x="274320" y="1122120"/>
            <a:ext cx="8593200" cy="272160"/>
          </a:xfrm>
          <a:prstGeom prst="rect">
            <a:avLst/>
          </a:prstGeom>
          <a:noFill/>
          <a:ln w="0">
            <a:noFill/>
          </a:ln>
        </p:spPr>
        <p:style>
          <a:lnRef idx="0"/>
          <a:fillRef idx="0"/>
          <a:effectRef idx="0"/>
          <a:fontRef idx="minor"/>
        </p:style>
        <p:txBody>
          <a:bodyPr lIns="90000" rIns="90000" tIns="45000" bIns="45000" anchor="ctr">
            <a:noAutofit/>
          </a:bodyPr>
          <a:p>
            <a:pPr>
              <a:lnSpc>
                <a:spcPct val="100000"/>
              </a:lnSpc>
              <a:buNone/>
              <a:tabLst>
                <a:tab algn="l" pos="0"/>
              </a:tabLst>
            </a:pPr>
            <a:r>
              <a:rPr b="1" lang="fr-FR" sz="1100" spc="-1" strike="noStrike">
                <a:solidFill>
                  <a:srgbClr val="1e3a5f"/>
                </a:solidFill>
                <a:latin typeface="Calibri"/>
                <a:ea typeface="DejaVu Sans"/>
              </a:rPr>
              <a:t>Trois exemples de modèles d’influence social (Flache et al., 2017)</a:t>
            </a:r>
            <a:endParaRPr b="0" lang="fr-FR" sz="1100" spc="-1" strike="noStrike">
              <a:latin typeface="Arial"/>
            </a:endParaRPr>
          </a:p>
        </p:txBody>
      </p:sp>
      <p:pic>
        <p:nvPicPr>
          <p:cNvPr id="131" name="" descr=""/>
          <p:cNvPicPr/>
          <p:nvPr/>
        </p:nvPicPr>
        <p:blipFill>
          <a:blip r:embed="rId1"/>
          <a:stretch/>
        </p:blipFill>
        <p:spPr>
          <a:xfrm>
            <a:off x="1595880" y="1394280"/>
            <a:ext cx="5928120" cy="3472920"/>
          </a:xfrm>
          <a:prstGeom prst="rect">
            <a:avLst/>
          </a:prstGeom>
          <a:ln w="0">
            <a:noFill/>
          </a:ln>
        </p:spPr>
      </p:pic>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32" name="Shape 0"/>
          <p:cNvSpPr/>
          <p:nvPr/>
        </p:nvSpPr>
        <p:spPr>
          <a:xfrm>
            <a:off x="0" y="0"/>
            <a:ext cx="9141840" cy="363600"/>
          </a:xfrm>
          <a:prstGeom prst="rect">
            <a:avLst/>
          </a:prstGeom>
          <a:solidFill>
            <a:srgbClr val="1e3a5f"/>
          </a:solidFill>
          <a:ln w="12700">
            <a:solidFill>
              <a:srgbClr val="1e3a5f"/>
            </a:solidFill>
            <a:round/>
          </a:ln>
        </p:spPr>
        <p:style>
          <a:lnRef idx="0"/>
          <a:fillRef idx="0"/>
          <a:effectRef idx="0"/>
          <a:fontRef idx="minor"/>
        </p:style>
      </p:sp>
      <p:sp>
        <p:nvSpPr>
          <p:cNvPr id="133" name="Text 1"/>
          <p:cNvSpPr/>
          <p:nvPr/>
        </p:nvSpPr>
        <p:spPr>
          <a:xfrm>
            <a:off x="182880" y="0"/>
            <a:ext cx="8776080" cy="363600"/>
          </a:xfrm>
          <a:prstGeom prst="rect">
            <a:avLst/>
          </a:prstGeom>
          <a:noFill/>
          <a:ln w="0">
            <a:noFill/>
          </a:ln>
        </p:spPr>
        <p:style>
          <a:lnRef idx="0"/>
          <a:fillRef idx="0"/>
          <a:effectRef idx="0"/>
          <a:fontRef idx="minor"/>
        </p:style>
        <p:txBody>
          <a:bodyPr lIns="0" rIns="0" tIns="0" bIns="0" anchor="ctr">
            <a:noAutofit/>
          </a:bodyPr>
          <a:p>
            <a:pPr>
              <a:lnSpc>
                <a:spcPct val="100000"/>
              </a:lnSpc>
              <a:buNone/>
              <a:tabLst>
                <a:tab algn="l" pos="0"/>
              </a:tabLst>
            </a:pPr>
            <a:r>
              <a:rPr b="1" lang="fr-FR" sz="1000" spc="-1" strike="noStrike">
                <a:solidFill>
                  <a:srgbClr val="ffffff"/>
                </a:solidFill>
                <a:latin typeface="Calibri"/>
                <a:ea typeface="DejaVu Sans"/>
              </a:rPr>
              <a:t>BATCH LEVEL — CONDITION BREAKDOWN</a:t>
            </a:r>
            <a:endParaRPr b="0" lang="fr-FR" sz="1000" spc="-1" strike="noStrike">
              <a:latin typeface="Arial"/>
            </a:endParaRPr>
          </a:p>
        </p:txBody>
      </p:sp>
      <p:sp>
        <p:nvSpPr>
          <p:cNvPr id="134" name="Text 2"/>
          <p:cNvSpPr/>
          <p:nvPr/>
        </p:nvSpPr>
        <p:spPr>
          <a:xfrm>
            <a:off x="274320" y="457200"/>
            <a:ext cx="8593200" cy="546480"/>
          </a:xfrm>
          <a:prstGeom prst="rect">
            <a:avLst/>
          </a:prstGeom>
          <a:noFill/>
          <a:ln w="0">
            <a:noFill/>
          </a:ln>
        </p:spPr>
        <p:style>
          <a:lnRef idx="0"/>
          <a:fillRef idx="0"/>
          <a:effectRef idx="0"/>
          <a:fontRef idx="minor"/>
        </p:style>
        <p:txBody>
          <a:bodyPr lIns="90000" rIns="90000" tIns="45000" bIns="45000" anchor="ctr">
            <a:noAutofit/>
          </a:bodyPr>
          <a:p>
            <a:pPr>
              <a:lnSpc>
                <a:spcPct val="100000"/>
              </a:lnSpc>
              <a:buNone/>
              <a:tabLst>
                <a:tab algn="l" pos="0"/>
              </a:tabLst>
            </a:pPr>
            <a:r>
              <a:rPr b="1" lang="fr-FR" sz="2000" spc="-1" strike="noStrike">
                <a:solidFill>
                  <a:srgbClr val="1e3a5f"/>
                </a:solidFill>
                <a:latin typeface="Calibri"/>
                <a:ea typeface="DejaVu Sans"/>
              </a:rPr>
              <a:t>Model Performance by Debate Condition</a:t>
            </a:r>
            <a:endParaRPr b="0" lang="fr-FR" sz="2000" spc="-1" strike="noStrike">
              <a:latin typeface="Arial"/>
            </a:endParaRPr>
          </a:p>
        </p:txBody>
      </p:sp>
      <p:sp>
        <p:nvSpPr>
          <p:cNvPr id="135" name="Shape 3"/>
          <p:cNvSpPr/>
          <p:nvPr/>
        </p:nvSpPr>
        <p:spPr>
          <a:xfrm>
            <a:off x="274320" y="1023840"/>
            <a:ext cx="8595360" cy="360"/>
          </a:xfrm>
          <a:prstGeom prst="line">
            <a:avLst/>
          </a:prstGeom>
          <a:ln w="12700">
            <a:solidFill>
              <a:srgbClr val="1e3a5f"/>
            </a:solidFill>
            <a:round/>
          </a:ln>
        </p:spPr>
        <p:style>
          <a:lnRef idx="0"/>
          <a:fillRef idx="0"/>
          <a:effectRef idx="0"/>
          <a:fontRef idx="minor"/>
        </p:style>
      </p:sp>
      <p:graphicFrame>
        <p:nvGraphicFramePr>
          <p:cNvPr id="136" name="Table 0"/>
          <p:cNvGraphicFramePr/>
          <p:nvPr/>
        </p:nvGraphicFramePr>
        <p:xfrm>
          <a:off x="274320" y="1143000"/>
          <a:ext cx="6766200" cy="0"/>
        </p:xfrm>
        <a:graphic>
          <a:graphicData uri="http://schemas.openxmlformats.org/drawingml/2006/table">
            <a:tbl>
              <a:tblPr/>
              <a:tblGrid>
                <a:gridCol w="1463040"/>
                <a:gridCol w="1280160"/>
                <a:gridCol w="914400"/>
                <a:gridCol w="914400"/>
                <a:gridCol w="914400"/>
                <a:gridCol w="1280160"/>
              </a:tblGrid>
              <a:tr h="0">
                <a:tc>
                  <a:txBody>
                    <a:bodyPr anchor="t">
                      <a:noAutofit/>
                    </a:bodyPr>
                    <a:p>
                      <a:pPr algn="ctr">
                        <a:lnSpc>
                          <a:spcPct val="100000"/>
                        </a:lnSpc>
                        <a:buNone/>
                        <a:tabLst>
                          <a:tab algn="l" pos="0"/>
                        </a:tabLst>
                      </a:pPr>
                      <a:r>
                        <a:rPr b="1" lang="fr-FR" sz="900" spc="-1" strike="noStrike">
                          <a:solidFill>
                            <a:srgbClr val="ffffff"/>
                          </a:solidFill>
                          <a:latin typeface="Calibri"/>
                        </a:rPr>
                        <a:t>Model Type</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1e3a5f"/>
                    </a:solidFill>
                  </a:tcPr>
                </a:tc>
                <a:tc>
                  <a:txBody>
                    <a:bodyPr anchor="t">
                      <a:noAutofit/>
                    </a:bodyPr>
                    <a:p>
                      <a:pPr algn="ctr">
                        <a:lnSpc>
                          <a:spcPct val="100000"/>
                        </a:lnSpc>
                        <a:buNone/>
                        <a:tabLst>
                          <a:tab algn="l" pos="0"/>
                        </a:tabLst>
                      </a:pPr>
                      <a:r>
                        <a:rPr b="1" lang="en-US" sz="900" spc="-1" strike="noStrike">
                          <a:solidFill>
                            <a:srgbClr val="ffffff"/>
                          </a:solidFill>
                          <a:latin typeface="Calibri"/>
                        </a:rPr>
                        <a:t>Condition</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1e3a5f"/>
                    </a:solidFill>
                  </a:tcPr>
                </a:tc>
                <a:tc>
                  <a:txBody>
                    <a:bodyPr anchor="t">
                      <a:noAutofit/>
                    </a:bodyPr>
                    <a:p>
                      <a:pPr algn="ctr">
                        <a:lnSpc>
                          <a:spcPct val="100000"/>
                        </a:lnSpc>
                        <a:buNone/>
                        <a:tabLst>
                          <a:tab algn="l" pos="0"/>
                        </a:tabLst>
                      </a:pPr>
                      <a:r>
                        <a:rPr b="1" lang="en-US" sz="900" spc="-1" strike="noStrike">
                          <a:solidFill>
                            <a:srgbClr val="ffffff"/>
                          </a:solidFill>
                          <a:latin typeface="Calibri"/>
                        </a:rPr>
                        <a:t>Use Distinct</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1e3a5f"/>
                    </a:solidFill>
                  </a:tcPr>
                </a:tc>
                <a:tc>
                  <a:txBody>
                    <a:bodyPr anchor="t">
                      <a:noAutofit/>
                    </a:bodyPr>
                    <a:p>
                      <a:pPr algn="ctr">
                        <a:lnSpc>
                          <a:spcPct val="100000"/>
                        </a:lnSpc>
                        <a:buNone/>
                        <a:tabLst>
                          <a:tab algn="l" pos="0"/>
                        </a:tabLst>
                      </a:pPr>
                      <a:r>
                        <a:rPr b="1" lang="en-US" sz="900" spc="-1" strike="noStrike">
                          <a:solidFill>
                            <a:srgbClr val="ffffff"/>
                          </a:solidFill>
                          <a:latin typeface="Calibri"/>
                        </a:rPr>
                        <a:t>Mean MAE</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1e3a5f"/>
                    </a:solidFill>
                  </a:tcPr>
                </a:tc>
                <a:tc>
                  <a:txBody>
                    <a:bodyPr anchor="t">
                      <a:noAutofit/>
                    </a:bodyPr>
                    <a:p>
                      <a:pPr algn="ctr">
                        <a:lnSpc>
                          <a:spcPct val="100000"/>
                        </a:lnSpc>
                        <a:buNone/>
                        <a:tabLst>
                          <a:tab algn="l" pos="0"/>
                        </a:tabLst>
                      </a:pPr>
                      <a:r>
                        <a:rPr b="1" lang="en-US" sz="900" spc="-1" strike="noStrike">
                          <a:solidFill>
                            <a:srgbClr val="ffffff"/>
                          </a:solidFill>
                          <a:latin typeface="Calibri"/>
                        </a:rPr>
                        <a:t>Min MAE</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1e3a5f"/>
                    </a:solidFill>
                  </a:tcPr>
                </a:tc>
                <a:tc>
                  <a:txBody>
                    <a:bodyPr anchor="t">
                      <a:noAutofit/>
                    </a:bodyPr>
                    <a:p>
                      <a:pPr algn="ctr">
                        <a:lnSpc>
                          <a:spcPct val="100000"/>
                        </a:lnSpc>
                        <a:buNone/>
                        <a:tabLst>
                          <a:tab algn="l" pos="0"/>
                        </a:tabLst>
                      </a:pPr>
                      <a:r>
                        <a:rPr b="1" lang="en-US" sz="900" spc="-1" strike="noStrike">
                          <a:solidFill>
                            <a:srgbClr val="ffffff"/>
                          </a:solidFill>
                          <a:latin typeface="Calibri"/>
                        </a:rPr>
                        <a:t>N Debates</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1e3a5f"/>
                    </a:solidFill>
                  </a:tcPr>
                </a:tc>
              </a:tr>
              <a:tr h="0">
                <a:tc>
                  <a:txBody>
                    <a:bodyPr anchor="t">
                      <a:noAutofit/>
                    </a:bodyPr>
                    <a:p>
                      <a:pPr algn="ctr">
                        <a:lnSpc>
                          <a:spcPct val="100000"/>
                        </a:lnSpc>
                        <a:buNone/>
                        <a:tabLst>
                          <a:tab algn="l" pos="0"/>
                        </a:tabLst>
                      </a:pPr>
                      <a:r>
                        <a:rPr b="0" lang="en-US" sz="900" spc="-1" strike="noStrike">
                          <a:solidFill>
                            <a:srgbClr val="333333"/>
                          </a:solidFill>
                          <a:latin typeface="Calibri"/>
                        </a:rPr>
                        <a:t>bipolarization</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heterogeneous</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false</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0.1706</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0.0201</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9</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r>
              <a:tr h="0">
                <a:tc>
                  <a:txBody>
                    <a:bodyPr anchor="t">
                      <a:noAutofit/>
                    </a:bodyPr>
                    <a:p>
                      <a:pPr algn="ctr">
                        <a:lnSpc>
                          <a:spcPct val="100000"/>
                        </a:lnSpc>
                        <a:buNone/>
                        <a:tabLst>
                          <a:tab algn="l" pos="0"/>
                        </a:tabLst>
                      </a:pPr>
                      <a:r>
                        <a:rPr b="0" lang="en-US" sz="900" spc="-1" strike="noStrike">
                          <a:solidFill>
                            <a:srgbClr val="333333"/>
                          </a:solidFill>
                          <a:latin typeface="Calibri"/>
                        </a:rPr>
                        <a:t>bipolarization</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homogeneous</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false</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0.0791</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0.0466</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5</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r>
              <a:tr h="0">
                <a:tc>
                  <a:txBody>
                    <a:bodyPr anchor="t">
                      <a:noAutofit/>
                    </a:bodyPr>
                    <a:p>
                      <a:pPr algn="ctr">
                        <a:lnSpc>
                          <a:spcPct val="100000"/>
                        </a:lnSpc>
                        <a:buNone/>
                        <a:tabLst>
                          <a:tab algn="l" pos="0"/>
                        </a:tabLst>
                      </a:pPr>
                      <a:r>
                        <a:rPr b="0" lang="en-US" sz="900" spc="-1" strike="noStrike">
                          <a:solidFill>
                            <a:srgbClr val="333333"/>
                          </a:solidFill>
                          <a:latin typeface="Calibri"/>
                        </a:rPr>
                        <a:t>clustering</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heterogeneous</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false</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0.1109</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0.0162</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10</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r>
              <a:tr h="0">
                <a:tc>
                  <a:txBody>
                    <a:bodyPr anchor="t">
                      <a:noAutofit/>
                    </a:bodyPr>
                    <a:p>
                      <a:pPr algn="ctr">
                        <a:lnSpc>
                          <a:spcPct val="100000"/>
                        </a:lnSpc>
                        <a:buNone/>
                        <a:tabLst>
                          <a:tab algn="l" pos="0"/>
                        </a:tabLst>
                      </a:pPr>
                      <a:r>
                        <a:rPr b="0" lang="en-US" sz="900" spc="-1" strike="noStrike">
                          <a:solidFill>
                            <a:srgbClr val="333333"/>
                          </a:solidFill>
                          <a:latin typeface="Calibri"/>
                        </a:rPr>
                        <a:t>clustering</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homogeneous</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false</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0.0856</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0.0480</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4</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r>
              <a:tr h="0">
                <a:tc>
                  <a:txBody>
                    <a:bodyPr anchor="t">
                      <a:noAutofit/>
                    </a:bodyPr>
                    <a:p>
                      <a:pPr algn="ctr">
                        <a:lnSpc>
                          <a:spcPct val="100000"/>
                        </a:lnSpc>
                        <a:buNone/>
                        <a:tabLst>
                          <a:tab algn="l" pos="0"/>
                        </a:tabLst>
                      </a:pPr>
                      <a:r>
                        <a:rPr b="0" lang="en-US" sz="900" spc="-1" strike="noStrike">
                          <a:solidFill>
                            <a:srgbClr val="333333"/>
                          </a:solidFill>
                          <a:latin typeface="Calibri"/>
                        </a:rPr>
                        <a:t>consensus</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heterogeneous</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false</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0.1461</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0.0364</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14</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r>
              <a:tr h="0">
                <a:tc>
                  <a:txBody>
                    <a:bodyPr anchor="t">
                      <a:noAutofit/>
                    </a:bodyPr>
                    <a:p>
                      <a:pPr algn="ctr">
                        <a:lnSpc>
                          <a:spcPct val="100000"/>
                        </a:lnSpc>
                        <a:buNone/>
                        <a:tabLst>
                          <a:tab algn="l" pos="0"/>
                        </a:tabLst>
                      </a:pPr>
                      <a:r>
                        <a:rPr b="0" lang="en-US" sz="900" spc="-1" strike="noStrike">
                          <a:solidFill>
                            <a:srgbClr val="333333"/>
                          </a:solidFill>
                          <a:latin typeface="Calibri"/>
                        </a:rPr>
                        <a:t>consensus</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homogeneous</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false</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0.0769</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0.0427</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4</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r>
              <a:tr h="0">
                <a:tc>
                  <a:txBody>
                    <a:bodyPr anchor="t">
                      <a:noAutofit/>
                    </a:bodyPr>
                    <a:p>
                      <a:pPr algn="ctr">
                        <a:lnSpc>
                          <a:spcPct val="100000"/>
                        </a:lnSpc>
                        <a:buNone/>
                        <a:tabLst>
                          <a:tab algn="l" pos="0"/>
                        </a:tabLst>
                      </a:pPr>
                      <a:r>
                        <a:rPr b="0" lang="en-US" sz="900" spc="-1" strike="noStrike">
                          <a:solidFill>
                            <a:srgbClr val="333333"/>
                          </a:solidFill>
                          <a:latin typeface="Calibri"/>
                        </a:rPr>
                        <a:t>no_change</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heterogeneous</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false</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0.0366</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0.0156</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10</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r>
              <a:tr h="0">
                <a:tc>
                  <a:txBody>
                    <a:bodyPr anchor="t">
                      <a:noAutofit/>
                    </a:bodyPr>
                    <a:p>
                      <a:pPr algn="ctr">
                        <a:lnSpc>
                          <a:spcPct val="100000"/>
                        </a:lnSpc>
                        <a:buNone/>
                        <a:tabLst>
                          <a:tab algn="l" pos="0"/>
                        </a:tabLst>
                      </a:pPr>
                      <a:r>
                        <a:rPr b="0" lang="en-US" sz="900" spc="-1" strike="noStrike">
                          <a:solidFill>
                            <a:srgbClr val="333333"/>
                          </a:solidFill>
                          <a:latin typeface="Calibri"/>
                        </a:rPr>
                        <a:t>no_change</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homogeneous</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false</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0.0466</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0.0466</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1</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r>
            </a:tbl>
          </a:graphicData>
        </a:graphic>
      </p:graphicFrame>
      <p:sp>
        <p:nvSpPr>
          <p:cNvPr id="137" name="Text 4"/>
          <p:cNvSpPr/>
          <p:nvPr/>
        </p:nvSpPr>
        <p:spPr>
          <a:xfrm>
            <a:off x="274320" y="3246120"/>
            <a:ext cx="8593200" cy="272160"/>
          </a:xfrm>
          <a:prstGeom prst="rect">
            <a:avLst/>
          </a:prstGeom>
          <a:noFill/>
          <a:ln w="0">
            <a:noFill/>
          </a:ln>
        </p:spPr>
        <p:style>
          <a:lnRef idx="0"/>
          <a:fillRef idx="0"/>
          <a:effectRef idx="0"/>
          <a:fontRef idx="minor"/>
        </p:style>
        <p:txBody>
          <a:bodyPr lIns="90000" rIns="90000" tIns="45000" bIns="45000" anchor="ctr">
            <a:noAutofit/>
          </a:bodyPr>
          <a:p>
            <a:pPr>
              <a:lnSpc>
                <a:spcPct val="100000"/>
              </a:lnSpc>
              <a:buNone/>
              <a:tabLst>
                <a:tab algn="l" pos="0"/>
              </a:tabLst>
            </a:pPr>
            <a:r>
              <a:rPr b="1" lang="fr-FR" sz="1100" spc="-1" strike="noStrike">
                <a:solidFill>
                  <a:srgbClr val="1e3a5f"/>
                </a:solidFill>
                <a:latin typeface="Calibri"/>
                <a:ea typeface="DejaVu Sans"/>
              </a:rPr>
              <a:t>Interpretation</a:t>
            </a:r>
            <a:endParaRPr b="0" lang="fr-FR" sz="1100" spc="-1" strike="noStrike">
              <a:latin typeface="Arial"/>
            </a:endParaRPr>
          </a:p>
        </p:txBody>
      </p:sp>
      <p:sp>
        <p:nvSpPr>
          <p:cNvPr id="138" name="Text 5"/>
          <p:cNvSpPr/>
          <p:nvPr/>
        </p:nvSpPr>
        <p:spPr>
          <a:xfrm>
            <a:off x="274320" y="3566160"/>
            <a:ext cx="8593200" cy="1003680"/>
          </a:xfrm>
          <a:prstGeom prst="rect">
            <a:avLst/>
          </a:prstGeom>
          <a:noFill/>
          <a:ln w="0">
            <a:noFill/>
          </a:ln>
        </p:spPr>
        <p:style>
          <a:lnRef idx="0"/>
          <a:fillRef idx="0"/>
          <a:effectRef idx="0"/>
          <a:fontRef idx="minor"/>
        </p:style>
        <p:txBody>
          <a:bodyPr lIns="90000" rIns="90000" tIns="45000" bIns="45000" anchor="ctr">
            <a:noAutofit/>
          </a:bodyPr>
          <a:p>
            <a:pPr>
              <a:lnSpc>
                <a:spcPct val="100000"/>
              </a:lnSpc>
              <a:buNone/>
              <a:tabLst>
                <a:tab algn="l" pos="0"/>
              </a:tabLst>
            </a:pPr>
            <a:r>
              <a:rPr b="0" lang="fr-FR" sz="1000" spc="-1" strike="noStrike">
                <a:solidFill>
                  <a:srgbClr val="333333"/>
                </a:solidFill>
                <a:latin typeface="Calibri"/>
                <a:ea typeface="DejaVu Sans"/>
              </a:rPr>
              <a:t>All models perform substantially better on homogeneous (H) debates than heterogeneous (M) debates. The gap is largest for bipolarization (0.079 vs 0.171). For homogeneous debates, consensus (0.077) and bipolarization (0.079) are near-equivalent. No-change baseline only has 1 homogeneous debate in this run — caution interpreting that figure.</a:t>
            </a:r>
            <a:endParaRPr b="0" lang="fr-FR" sz="1000" spc="-1" strike="noStrike">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39" name="Shape 0"/>
          <p:cNvSpPr/>
          <p:nvPr/>
        </p:nvSpPr>
        <p:spPr>
          <a:xfrm>
            <a:off x="0" y="0"/>
            <a:ext cx="9141840" cy="363600"/>
          </a:xfrm>
          <a:prstGeom prst="rect">
            <a:avLst/>
          </a:prstGeom>
          <a:solidFill>
            <a:srgbClr val="1e3a5f"/>
          </a:solidFill>
          <a:ln w="12700">
            <a:solidFill>
              <a:srgbClr val="1e3a5f"/>
            </a:solidFill>
            <a:round/>
          </a:ln>
        </p:spPr>
        <p:style>
          <a:lnRef idx="0"/>
          <a:fillRef idx="0"/>
          <a:effectRef idx="0"/>
          <a:fontRef idx="minor"/>
        </p:style>
      </p:sp>
      <p:sp>
        <p:nvSpPr>
          <p:cNvPr id="140" name="Text 1"/>
          <p:cNvSpPr/>
          <p:nvPr/>
        </p:nvSpPr>
        <p:spPr>
          <a:xfrm>
            <a:off x="182880" y="0"/>
            <a:ext cx="8776080" cy="363600"/>
          </a:xfrm>
          <a:prstGeom prst="rect">
            <a:avLst/>
          </a:prstGeom>
          <a:noFill/>
          <a:ln w="0">
            <a:noFill/>
          </a:ln>
        </p:spPr>
        <p:style>
          <a:lnRef idx="0"/>
          <a:fillRef idx="0"/>
          <a:effectRef idx="0"/>
          <a:fontRef idx="minor"/>
        </p:style>
        <p:txBody>
          <a:bodyPr lIns="0" rIns="0" tIns="0" bIns="0" anchor="ctr">
            <a:noAutofit/>
          </a:bodyPr>
          <a:p>
            <a:pPr>
              <a:lnSpc>
                <a:spcPct val="100000"/>
              </a:lnSpc>
              <a:buNone/>
              <a:tabLst>
                <a:tab algn="l" pos="0"/>
              </a:tabLst>
            </a:pPr>
            <a:r>
              <a:rPr b="1" lang="fr-FR" sz="1000" spc="-1" strike="noStrike">
                <a:solidFill>
                  <a:srgbClr val="ffffff"/>
                </a:solidFill>
                <a:latin typeface="Calibri"/>
                <a:ea typeface="DejaVu Sans"/>
              </a:rPr>
              <a:t>BATCH LEVEL — H vs M COMPARISON</a:t>
            </a:r>
            <a:endParaRPr b="0" lang="fr-FR" sz="1000" spc="-1" strike="noStrike">
              <a:latin typeface="Arial"/>
            </a:endParaRPr>
          </a:p>
        </p:txBody>
      </p:sp>
      <p:sp>
        <p:nvSpPr>
          <p:cNvPr id="141" name="Text 2"/>
          <p:cNvSpPr/>
          <p:nvPr/>
        </p:nvSpPr>
        <p:spPr>
          <a:xfrm>
            <a:off x="274320" y="457200"/>
            <a:ext cx="8593200" cy="546480"/>
          </a:xfrm>
          <a:prstGeom prst="rect">
            <a:avLst/>
          </a:prstGeom>
          <a:noFill/>
          <a:ln w="0">
            <a:noFill/>
          </a:ln>
        </p:spPr>
        <p:style>
          <a:lnRef idx="0"/>
          <a:fillRef idx="0"/>
          <a:effectRef idx="0"/>
          <a:fontRef idx="minor"/>
        </p:style>
        <p:txBody>
          <a:bodyPr lIns="90000" rIns="90000" tIns="45000" bIns="45000" anchor="ctr">
            <a:noAutofit/>
          </a:bodyPr>
          <a:p>
            <a:pPr>
              <a:lnSpc>
                <a:spcPct val="100000"/>
              </a:lnSpc>
              <a:buNone/>
              <a:tabLst>
                <a:tab algn="l" pos="0"/>
              </a:tabLst>
            </a:pPr>
            <a:r>
              <a:rPr b="1" lang="fr-FR" sz="2000" spc="-1" strike="noStrike">
                <a:solidFill>
                  <a:srgbClr val="1e3a5f"/>
                </a:solidFill>
                <a:latin typeface="Calibri"/>
                <a:ea typeface="DejaVu Sans"/>
              </a:rPr>
              <a:t>H4 — Debate Composition: Homogeneous vs Mixed</a:t>
            </a:r>
            <a:endParaRPr b="0" lang="fr-FR" sz="2000" spc="-1" strike="noStrike">
              <a:latin typeface="Arial"/>
            </a:endParaRPr>
          </a:p>
        </p:txBody>
      </p:sp>
      <p:sp>
        <p:nvSpPr>
          <p:cNvPr id="142" name="Shape 3"/>
          <p:cNvSpPr/>
          <p:nvPr/>
        </p:nvSpPr>
        <p:spPr>
          <a:xfrm>
            <a:off x="274320" y="1023840"/>
            <a:ext cx="8595360" cy="360"/>
          </a:xfrm>
          <a:prstGeom prst="line">
            <a:avLst/>
          </a:prstGeom>
          <a:ln w="12700">
            <a:solidFill>
              <a:srgbClr val="1e3a5f"/>
            </a:solidFill>
            <a:round/>
          </a:ln>
        </p:spPr>
        <p:style>
          <a:lnRef idx="0"/>
          <a:fillRef idx="0"/>
          <a:effectRef idx="0"/>
          <a:fontRef idx="minor"/>
        </p:style>
      </p:sp>
      <p:graphicFrame>
        <p:nvGraphicFramePr>
          <p:cNvPr id="143" name="Chart 0"/>
          <p:cNvGraphicFramePr/>
          <p:nvPr/>
        </p:nvGraphicFramePr>
        <p:xfrm>
          <a:off x="274320" y="1143000"/>
          <a:ext cx="5484240" cy="2741040"/>
        </p:xfrm>
        <a:graphic>
          <a:graphicData uri="http://schemas.openxmlformats.org/drawingml/2006/chart">
            <c:chart xmlns:c="http://schemas.openxmlformats.org/drawingml/2006/chart" xmlns:r="http://schemas.openxmlformats.org/officeDocument/2006/relationships" r:id="rId1"/>
          </a:graphicData>
        </a:graphic>
      </p:graphicFrame>
      <p:sp>
        <p:nvSpPr>
          <p:cNvPr id="144" name="Shape 4"/>
          <p:cNvSpPr/>
          <p:nvPr/>
        </p:nvSpPr>
        <p:spPr>
          <a:xfrm>
            <a:off x="5943600" y="1143000"/>
            <a:ext cx="2923920" cy="2741040"/>
          </a:xfrm>
          <a:prstGeom prst="rect">
            <a:avLst/>
          </a:prstGeom>
          <a:solidFill>
            <a:srgbClr val="f5f5f5"/>
          </a:solidFill>
          <a:ln w="12700">
            <a:solidFill>
              <a:srgbClr val="cccccc"/>
            </a:solidFill>
            <a:round/>
          </a:ln>
        </p:spPr>
        <p:style>
          <a:lnRef idx="0"/>
          <a:fillRef idx="0"/>
          <a:effectRef idx="0"/>
          <a:fontRef idx="minor"/>
        </p:style>
      </p:sp>
      <p:sp>
        <p:nvSpPr>
          <p:cNvPr id="145" name="Text 5"/>
          <p:cNvSpPr/>
          <p:nvPr/>
        </p:nvSpPr>
        <p:spPr>
          <a:xfrm>
            <a:off x="6035040" y="1234440"/>
            <a:ext cx="2741040" cy="317880"/>
          </a:xfrm>
          <a:prstGeom prst="rect">
            <a:avLst/>
          </a:prstGeom>
          <a:noFill/>
          <a:ln w="0">
            <a:noFill/>
          </a:ln>
        </p:spPr>
        <p:style>
          <a:lnRef idx="0"/>
          <a:fillRef idx="0"/>
          <a:effectRef idx="0"/>
          <a:fontRef idx="minor"/>
        </p:style>
        <p:txBody>
          <a:bodyPr lIns="90000" rIns="90000" tIns="45000" bIns="45000" anchor="ctr">
            <a:noAutofit/>
          </a:bodyPr>
          <a:p>
            <a:pPr>
              <a:lnSpc>
                <a:spcPct val="100000"/>
              </a:lnSpc>
              <a:buNone/>
              <a:tabLst>
                <a:tab algn="l" pos="0"/>
              </a:tabLst>
            </a:pPr>
            <a:r>
              <a:rPr b="1" lang="fr-FR" sz="1100" spc="-1" strike="noStrike">
                <a:solidFill>
                  <a:srgbClr val="1e3a5f"/>
                </a:solidFill>
                <a:latin typeface="Calibri"/>
                <a:ea typeface="DejaVu Sans"/>
              </a:rPr>
              <a:t>Statistical Test</a:t>
            </a:r>
            <a:endParaRPr b="0" lang="fr-FR" sz="1100" spc="-1" strike="noStrike">
              <a:latin typeface="Arial"/>
            </a:endParaRPr>
          </a:p>
        </p:txBody>
      </p:sp>
      <p:sp>
        <p:nvSpPr>
          <p:cNvPr id="146" name="Text 6"/>
          <p:cNvSpPr/>
          <p:nvPr/>
        </p:nvSpPr>
        <p:spPr>
          <a:xfrm>
            <a:off x="6035040" y="1645920"/>
            <a:ext cx="1278000" cy="345240"/>
          </a:xfrm>
          <a:prstGeom prst="rect">
            <a:avLst/>
          </a:prstGeom>
          <a:noFill/>
          <a:ln w="0">
            <a:noFill/>
          </a:ln>
        </p:spPr>
        <p:style>
          <a:lnRef idx="0"/>
          <a:fillRef idx="0"/>
          <a:effectRef idx="0"/>
          <a:fontRef idx="minor"/>
        </p:style>
        <p:txBody>
          <a:bodyPr lIns="90000" rIns="90000" tIns="45000" bIns="45000" anchor="ctr">
            <a:noAutofit/>
          </a:bodyPr>
          <a:p>
            <a:pPr>
              <a:lnSpc>
                <a:spcPct val="100000"/>
              </a:lnSpc>
              <a:buNone/>
              <a:tabLst>
                <a:tab algn="l" pos="0"/>
              </a:tabLst>
            </a:pPr>
            <a:r>
              <a:rPr b="0" lang="fr-FR" sz="900" spc="-1" strike="noStrike">
                <a:solidFill>
                  <a:srgbClr val="666666"/>
                </a:solidFill>
                <a:latin typeface="Calibri"/>
                <a:ea typeface="DejaVu Sans"/>
              </a:rPr>
              <a:t>Wilcoxon W:</a:t>
            </a:r>
            <a:endParaRPr b="0" lang="fr-FR" sz="900" spc="-1" strike="noStrike">
              <a:latin typeface="Arial"/>
            </a:endParaRPr>
          </a:p>
        </p:txBody>
      </p:sp>
      <p:sp>
        <p:nvSpPr>
          <p:cNvPr id="147" name="Text 7"/>
          <p:cNvSpPr/>
          <p:nvPr/>
        </p:nvSpPr>
        <p:spPr>
          <a:xfrm>
            <a:off x="7360920" y="1645920"/>
            <a:ext cx="1415160" cy="345240"/>
          </a:xfrm>
          <a:prstGeom prst="rect">
            <a:avLst/>
          </a:prstGeom>
          <a:noFill/>
          <a:ln w="0">
            <a:noFill/>
          </a:ln>
        </p:spPr>
        <p:style>
          <a:lnRef idx="0"/>
          <a:fillRef idx="0"/>
          <a:effectRef idx="0"/>
          <a:fontRef idx="minor"/>
        </p:style>
        <p:txBody>
          <a:bodyPr lIns="90000" rIns="90000" tIns="45000" bIns="45000" anchor="ctr">
            <a:noAutofit/>
          </a:bodyPr>
          <a:p>
            <a:pPr>
              <a:lnSpc>
                <a:spcPct val="100000"/>
              </a:lnSpc>
              <a:buNone/>
              <a:tabLst>
                <a:tab algn="l" pos="0"/>
              </a:tabLst>
            </a:pPr>
            <a:r>
              <a:rPr b="1" lang="fr-FR" sz="900" spc="-1" strike="noStrike">
                <a:solidFill>
                  <a:srgbClr val="333333"/>
                </a:solidFill>
                <a:latin typeface="Calibri"/>
                <a:ea typeface="DejaVu Sans"/>
              </a:rPr>
              <a:t>162,531</a:t>
            </a:r>
            <a:endParaRPr b="0" lang="fr-FR" sz="900" spc="-1" strike="noStrike">
              <a:latin typeface="Arial"/>
            </a:endParaRPr>
          </a:p>
        </p:txBody>
      </p:sp>
      <p:sp>
        <p:nvSpPr>
          <p:cNvPr id="148" name="Text 8"/>
          <p:cNvSpPr/>
          <p:nvPr/>
        </p:nvSpPr>
        <p:spPr>
          <a:xfrm>
            <a:off x="6035040" y="2030040"/>
            <a:ext cx="1278000" cy="345240"/>
          </a:xfrm>
          <a:prstGeom prst="rect">
            <a:avLst/>
          </a:prstGeom>
          <a:noFill/>
          <a:ln w="0">
            <a:noFill/>
          </a:ln>
        </p:spPr>
        <p:style>
          <a:lnRef idx="0"/>
          <a:fillRef idx="0"/>
          <a:effectRef idx="0"/>
          <a:fontRef idx="minor"/>
        </p:style>
        <p:txBody>
          <a:bodyPr lIns="90000" rIns="90000" tIns="45000" bIns="45000" anchor="ctr">
            <a:noAutofit/>
          </a:bodyPr>
          <a:p>
            <a:pPr>
              <a:lnSpc>
                <a:spcPct val="100000"/>
              </a:lnSpc>
              <a:buNone/>
              <a:tabLst>
                <a:tab algn="l" pos="0"/>
              </a:tabLst>
            </a:pPr>
            <a:r>
              <a:rPr b="0" lang="fr-FR" sz="900" spc="-1" strike="noStrike">
                <a:solidFill>
                  <a:srgbClr val="666666"/>
                </a:solidFill>
                <a:latin typeface="Calibri"/>
                <a:ea typeface="DejaVu Sans"/>
              </a:rPr>
              <a:t>p-value:</a:t>
            </a:r>
            <a:endParaRPr b="0" lang="fr-FR" sz="900" spc="-1" strike="noStrike">
              <a:latin typeface="Arial"/>
            </a:endParaRPr>
          </a:p>
        </p:txBody>
      </p:sp>
      <p:sp>
        <p:nvSpPr>
          <p:cNvPr id="149" name="Text 9"/>
          <p:cNvSpPr/>
          <p:nvPr/>
        </p:nvSpPr>
        <p:spPr>
          <a:xfrm>
            <a:off x="7360920" y="2030040"/>
            <a:ext cx="1415160" cy="345240"/>
          </a:xfrm>
          <a:prstGeom prst="rect">
            <a:avLst/>
          </a:prstGeom>
          <a:noFill/>
          <a:ln w="0">
            <a:noFill/>
          </a:ln>
        </p:spPr>
        <p:style>
          <a:lnRef idx="0"/>
          <a:fillRef idx="0"/>
          <a:effectRef idx="0"/>
          <a:fontRef idx="minor"/>
        </p:style>
        <p:txBody>
          <a:bodyPr lIns="90000" rIns="90000" tIns="45000" bIns="45000" anchor="ctr">
            <a:noAutofit/>
          </a:bodyPr>
          <a:p>
            <a:pPr>
              <a:lnSpc>
                <a:spcPct val="100000"/>
              </a:lnSpc>
              <a:buNone/>
              <a:tabLst>
                <a:tab algn="l" pos="0"/>
              </a:tabLst>
            </a:pPr>
            <a:r>
              <a:rPr b="1" lang="fr-FR" sz="900" spc="-1" strike="noStrike">
                <a:solidFill>
                  <a:srgbClr val="333333"/>
                </a:solidFill>
                <a:latin typeface="Calibri"/>
                <a:ea typeface="DejaVu Sans"/>
              </a:rPr>
              <a:t>6.35e-60</a:t>
            </a:r>
            <a:endParaRPr b="0" lang="fr-FR" sz="900" spc="-1" strike="noStrike">
              <a:latin typeface="Arial"/>
            </a:endParaRPr>
          </a:p>
        </p:txBody>
      </p:sp>
      <p:sp>
        <p:nvSpPr>
          <p:cNvPr id="150" name="Text 10"/>
          <p:cNvSpPr/>
          <p:nvPr/>
        </p:nvSpPr>
        <p:spPr>
          <a:xfrm>
            <a:off x="6035040" y="2414160"/>
            <a:ext cx="1278000" cy="345240"/>
          </a:xfrm>
          <a:prstGeom prst="rect">
            <a:avLst/>
          </a:prstGeom>
          <a:noFill/>
          <a:ln w="0">
            <a:noFill/>
          </a:ln>
        </p:spPr>
        <p:style>
          <a:lnRef idx="0"/>
          <a:fillRef idx="0"/>
          <a:effectRef idx="0"/>
          <a:fontRef idx="minor"/>
        </p:style>
        <p:txBody>
          <a:bodyPr lIns="90000" rIns="90000" tIns="45000" bIns="45000" anchor="ctr">
            <a:noAutofit/>
          </a:bodyPr>
          <a:p>
            <a:pPr>
              <a:lnSpc>
                <a:spcPct val="100000"/>
              </a:lnSpc>
              <a:buNone/>
              <a:tabLst>
                <a:tab algn="l" pos="0"/>
              </a:tabLst>
            </a:pPr>
            <a:r>
              <a:rPr b="0" lang="fr-FR" sz="900" spc="-1" strike="noStrike">
                <a:solidFill>
                  <a:srgbClr val="666666"/>
                </a:solidFill>
                <a:latin typeface="Calibri"/>
                <a:ea typeface="DejaVu Sans"/>
              </a:rPr>
              <a:t>H mean MAE:</a:t>
            </a:r>
            <a:endParaRPr b="0" lang="fr-FR" sz="900" spc="-1" strike="noStrike">
              <a:latin typeface="Arial"/>
            </a:endParaRPr>
          </a:p>
        </p:txBody>
      </p:sp>
      <p:sp>
        <p:nvSpPr>
          <p:cNvPr id="151" name="Text 11"/>
          <p:cNvSpPr/>
          <p:nvPr/>
        </p:nvSpPr>
        <p:spPr>
          <a:xfrm>
            <a:off x="7360920" y="2414160"/>
            <a:ext cx="1415160" cy="345240"/>
          </a:xfrm>
          <a:prstGeom prst="rect">
            <a:avLst/>
          </a:prstGeom>
          <a:noFill/>
          <a:ln w="0">
            <a:noFill/>
          </a:ln>
        </p:spPr>
        <p:style>
          <a:lnRef idx="0"/>
          <a:fillRef idx="0"/>
          <a:effectRef idx="0"/>
          <a:fontRef idx="minor"/>
        </p:style>
        <p:txBody>
          <a:bodyPr lIns="90000" rIns="90000" tIns="45000" bIns="45000" anchor="ctr">
            <a:noAutofit/>
          </a:bodyPr>
          <a:p>
            <a:pPr>
              <a:lnSpc>
                <a:spcPct val="100000"/>
              </a:lnSpc>
              <a:buNone/>
              <a:tabLst>
                <a:tab algn="l" pos="0"/>
              </a:tabLst>
            </a:pPr>
            <a:r>
              <a:rPr b="1" lang="fr-FR" sz="900" spc="-1" strike="noStrike">
                <a:solidFill>
                  <a:srgbClr val="333333"/>
                </a:solidFill>
                <a:latin typeface="Calibri"/>
                <a:ea typeface="DejaVu Sans"/>
              </a:rPr>
              <a:t>0.0769–0.0856</a:t>
            </a:r>
            <a:endParaRPr b="0" lang="fr-FR" sz="900" spc="-1" strike="noStrike">
              <a:latin typeface="Arial"/>
            </a:endParaRPr>
          </a:p>
        </p:txBody>
      </p:sp>
      <p:sp>
        <p:nvSpPr>
          <p:cNvPr id="152" name="Text 12"/>
          <p:cNvSpPr/>
          <p:nvPr/>
        </p:nvSpPr>
        <p:spPr>
          <a:xfrm>
            <a:off x="6035040" y="2797920"/>
            <a:ext cx="1278000" cy="345240"/>
          </a:xfrm>
          <a:prstGeom prst="rect">
            <a:avLst/>
          </a:prstGeom>
          <a:noFill/>
          <a:ln w="0">
            <a:noFill/>
          </a:ln>
        </p:spPr>
        <p:style>
          <a:lnRef idx="0"/>
          <a:fillRef idx="0"/>
          <a:effectRef idx="0"/>
          <a:fontRef idx="minor"/>
        </p:style>
        <p:txBody>
          <a:bodyPr lIns="90000" rIns="90000" tIns="45000" bIns="45000" anchor="ctr">
            <a:noAutofit/>
          </a:bodyPr>
          <a:p>
            <a:pPr>
              <a:lnSpc>
                <a:spcPct val="100000"/>
              </a:lnSpc>
              <a:buNone/>
              <a:tabLst>
                <a:tab algn="l" pos="0"/>
              </a:tabLst>
            </a:pPr>
            <a:r>
              <a:rPr b="0" lang="fr-FR" sz="900" spc="-1" strike="noStrike">
                <a:solidFill>
                  <a:srgbClr val="666666"/>
                </a:solidFill>
                <a:latin typeface="Calibri"/>
                <a:ea typeface="DejaVu Sans"/>
              </a:rPr>
              <a:t>M mean MAE:</a:t>
            </a:r>
            <a:endParaRPr b="0" lang="fr-FR" sz="900" spc="-1" strike="noStrike">
              <a:latin typeface="Arial"/>
            </a:endParaRPr>
          </a:p>
        </p:txBody>
      </p:sp>
      <p:sp>
        <p:nvSpPr>
          <p:cNvPr id="153" name="Text 13"/>
          <p:cNvSpPr/>
          <p:nvPr/>
        </p:nvSpPr>
        <p:spPr>
          <a:xfrm>
            <a:off x="7360920" y="2797920"/>
            <a:ext cx="1415160" cy="345240"/>
          </a:xfrm>
          <a:prstGeom prst="rect">
            <a:avLst/>
          </a:prstGeom>
          <a:noFill/>
          <a:ln w="0">
            <a:noFill/>
          </a:ln>
        </p:spPr>
        <p:style>
          <a:lnRef idx="0"/>
          <a:fillRef idx="0"/>
          <a:effectRef idx="0"/>
          <a:fontRef idx="minor"/>
        </p:style>
        <p:txBody>
          <a:bodyPr lIns="90000" rIns="90000" tIns="45000" bIns="45000" anchor="ctr">
            <a:noAutofit/>
          </a:bodyPr>
          <a:p>
            <a:pPr>
              <a:lnSpc>
                <a:spcPct val="100000"/>
              </a:lnSpc>
              <a:buNone/>
              <a:tabLst>
                <a:tab algn="l" pos="0"/>
              </a:tabLst>
            </a:pPr>
            <a:r>
              <a:rPr b="1" lang="fr-FR" sz="900" spc="-1" strike="noStrike">
                <a:solidFill>
                  <a:srgbClr val="333333"/>
                </a:solidFill>
                <a:latin typeface="Calibri"/>
                <a:ea typeface="DejaVu Sans"/>
              </a:rPr>
              <a:t>0.1109–0.1706</a:t>
            </a:r>
            <a:endParaRPr b="0" lang="fr-FR" sz="900" spc="-1" strike="noStrike">
              <a:latin typeface="Arial"/>
            </a:endParaRPr>
          </a:p>
        </p:txBody>
      </p:sp>
      <p:sp>
        <p:nvSpPr>
          <p:cNvPr id="154" name="Text 14"/>
          <p:cNvSpPr/>
          <p:nvPr/>
        </p:nvSpPr>
        <p:spPr>
          <a:xfrm>
            <a:off x="6035040" y="3182040"/>
            <a:ext cx="1278000" cy="345240"/>
          </a:xfrm>
          <a:prstGeom prst="rect">
            <a:avLst/>
          </a:prstGeom>
          <a:noFill/>
          <a:ln w="0">
            <a:noFill/>
          </a:ln>
        </p:spPr>
        <p:style>
          <a:lnRef idx="0"/>
          <a:fillRef idx="0"/>
          <a:effectRef idx="0"/>
          <a:fontRef idx="minor"/>
        </p:style>
        <p:txBody>
          <a:bodyPr lIns="90000" rIns="90000" tIns="45000" bIns="45000" anchor="ctr">
            <a:noAutofit/>
          </a:bodyPr>
          <a:p>
            <a:pPr>
              <a:lnSpc>
                <a:spcPct val="100000"/>
              </a:lnSpc>
              <a:buNone/>
              <a:tabLst>
                <a:tab algn="l" pos="0"/>
              </a:tabLst>
            </a:pPr>
            <a:r>
              <a:rPr b="0" lang="fr-FR" sz="900" spc="-1" strike="noStrike">
                <a:solidFill>
                  <a:srgbClr val="666666"/>
                </a:solidFill>
                <a:latin typeface="Calibri"/>
                <a:ea typeface="DejaVu Sans"/>
              </a:rPr>
              <a:t>Interpretation:</a:t>
            </a:r>
            <a:endParaRPr b="0" lang="fr-FR" sz="900" spc="-1" strike="noStrike">
              <a:latin typeface="Arial"/>
            </a:endParaRPr>
          </a:p>
        </p:txBody>
      </p:sp>
      <p:sp>
        <p:nvSpPr>
          <p:cNvPr id="155" name="Text 15"/>
          <p:cNvSpPr/>
          <p:nvPr/>
        </p:nvSpPr>
        <p:spPr>
          <a:xfrm>
            <a:off x="7360920" y="3182040"/>
            <a:ext cx="1415160" cy="345240"/>
          </a:xfrm>
          <a:prstGeom prst="rect">
            <a:avLst/>
          </a:prstGeom>
          <a:noFill/>
          <a:ln w="0">
            <a:noFill/>
          </a:ln>
        </p:spPr>
        <p:style>
          <a:lnRef idx="0"/>
          <a:fillRef idx="0"/>
          <a:effectRef idx="0"/>
          <a:fontRef idx="minor"/>
        </p:style>
        <p:txBody>
          <a:bodyPr lIns="90000" rIns="90000" tIns="45000" bIns="45000" anchor="ctr">
            <a:noAutofit/>
          </a:bodyPr>
          <a:p>
            <a:pPr>
              <a:lnSpc>
                <a:spcPct val="100000"/>
              </a:lnSpc>
              <a:buNone/>
              <a:tabLst>
                <a:tab algn="l" pos="0"/>
              </a:tabLst>
            </a:pPr>
            <a:r>
              <a:rPr b="1" lang="fr-FR" sz="900" spc="-1" strike="noStrike">
                <a:solidFill>
                  <a:srgbClr val="333333"/>
                </a:solidFill>
                <a:latin typeface="Calibri"/>
                <a:ea typeface="DejaVu Sans"/>
              </a:rPr>
              <a:t>H debates</a:t>
            </a:r>
            <a:endParaRPr b="0" lang="fr-FR" sz="900" spc="-1" strike="noStrike">
              <a:latin typeface="Arial"/>
            </a:endParaRPr>
          </a:p>
          <a:p>
            <a:pPr>
              <a:lnSpc>
                <a:spcPct val="100000"/>
              </a:lnSpc>
              <a:buNone/>
              <a:tabLst>
                <a:tab algn="l" pos="0"/>
              </a:tabLst>
            </a:pPr>
            <a:r>
              <a:rPr b="1" lang="fr-FR" sz="900" spc="-1" strike="noStrike">
                <a:solidFill>
                  <a:srgbClr val="333333"/>
                </a:solidFill>
                <a:latin typeface="Calibri"/>
                <a:ea typeface="DejaVu Sans"/>
              </a:rPr>
              <a:t>significantly</a:t>
            </a:r>
            <a:endParaRPr b="0" lang="fr-FR" sz="900" spc="-1" strike="noStrike">
              <a:latin typeface="Arial"/>
            </a:endParaRPr>
          </a:p>
          <a:p>
            <a:pPr>
              <a:lnSpc>
                <a:spcPct val="100000"/>
              </a:lnSpc>
              <a:buNone/>
              <a:tabLst>
                <a:tab algn="l" pos="0"/>
              </a:tabLst>
            </a:pPr>
            <a:r>
              <a:rPr b="1" lang="fr-FR" sz="900" spc="-1" strike="noStrike">
                <a:solidFill>
                  <a:srgbClr val="333333"/>
                </a:solidFill>
                <a:latin typeface="Calibri"/>
                <a:ea typeface="DejaVu Sans"/>
              </a:rPr>
              <a:t>easier to predict</a:t>
            </a:r>
            <a:endParaRPr b="0" lang="fr-FR" sz="900" spc="-1" strike="noStrike">
              <a:latin typeface="Arial"/>
            </a:endParaRPr>
          </a:p>
        </p:txBody>
      </p:sp>
      <p:sp>
        <p:nvSpPr>
          <p:cNvPr id="156" name="Text 16"/>
          <p:cNvSpPr/>
          <p:nvPr/>
        </p:nvSpPr>
        <p:spPr>
          <a:xfrm>
            <a:off x="274320" y="3977640"/>
            <a:ext cx="8593200" cy="775080"/>
          </a:xfrm>
          <a:prstGeom prst="rect">
            <a:avLst/>
          </a:prstGeom>
          <a:noFill/>
          <a:ln w="0">
            <a:noFill/>
          </a:ln>
        </p:spPr>
        <p:style>
          <a:lnRef idx="0"/>
          <a:fillRef idx="0"/>
          <a:effectRef idx="0"/>
          <a:fontRef idx="minor"/>
        </p:style>
        <p:txBody>
          <a:bodyPr lIns="90000" rIns="90000" tIns="45000" bIns="45000" anchor="ctr">
            <a:noAutofit/>
          </a:bodyPr>
          <a:p>
            <a:pPr>
              <a:lnSpc>
                <a:spcPct val="100000"/>
              </a:lnSpc>
              <a:buNone/>
              <a:tabLst>
                <a:tab algn="l" pos="0"/>
              </a:tabLst>
            </a:pPr>
            <a:r>
              <a:rPr b="0" lang="fr-FR" sz="1000" spc="-1" strike="noStrike">
                <a:solidFill>
                  <a:srgbClr val="333333"/>
                </a:solidFill>
                <a:latin typeface="Calibri"/>
                <a:ea typeface="DejaVu Sans"/>
              </a:rPr>
              <a:t>Interpretation: Homogeneous debates are systematically easier to predict across all models (Wilcoxon p=6.35e-60). The consensus model benefits most relatively from homogeneous composition.</a:t>
            </a:r>
            <a:endParaRPr b="0" lang="fr-FR" sz="1000" spc="-1" strike="noStrike">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57" name="Shape 0"/>
          <p:cNvSpPr/>
          <p:nvPr/>
        </p:nvSpPr>
        <p:spPr>
          <a:xfrm>
            <a:off x="0" y="0"/>
            <a:ext cx="9141840" cy="363600"/>
          </a:xfrm>
          <a:prstGeom prst="rect">
            <a:avLst/>
          </a:prstGeom>
          <a:solidFill>
            <a:srgbClr val="1e3a5f"/>
          </a:solidFill>
          <a:ln w="12700">
            <a:solidFill>
              <a:srgbClr val="1e3a5f"/>
            </a:solidFill>
            <a:round/>
          </a:ln>
        </p:spPr>
        <p:style>
          <a:lnRef idx="0"/>
          <a:fillRef idx="0"/>
          <a:effectRef idx="0"/>
          <a:fontRef idx="minor"/>
        </p:style>
      </p:sp>
      <p:sp>
        <p:nvSpPr>
          <p:cNvPr id="158" name="Text 1"/>
          <p:cNvSpPr/>
          <p:nvPr/>
        </p:nvSpPr>
        <p:spPr>
          <a:xfrm>
            <a:off x="182880" y="0"/>
            <a:ext cx="8776080" cy="363600"/>
          </a:xfrm>
          <a:prstGeom prst="rect">
            <a:avLst/>
          </a:prstGeom>
          <a:noFill/>
          <a:ln w="0">
            <a:noFill/>
          </a:ln>
        </p:spPr>
        <p:style>
          <a:lnRef idx="0"/>
          <a:fillRef idx="0"/>
          <a:effectRef idx="0"/>
          <a:fontRef idx="minor"/>
        </p:style>
        <p:txBody>
          <a:bodyPr lIns="0" rIns="0" tIns="0" bIns="0" anchor="ctr">
            <a:noAutofit/>
          </a:bodyPr>
          <a:p>
            <a:pPr>
              <a:lnSpc>
                <a:spcPct val="100000"/>
              </a:lnSpc>
              <a:buNone/>
              <a:tabLst>
                <a:tab algn="l" pos="0"/>
              </a:tabLst>
            </a:pPr>
            <a:r>
              <a:rPr b="1" lang="fr-FR" sz="1000" spc="-1" strike="noStrike">
                <a:solidFill>
                  <a:srgbClr val="ffffff"/>
                </a:solidFill>
                <a:latin typeface="Calibri"/>
                <a:ea typeface="DejaVu Sans"/>
              </a:rPr>
              <a:t>BATCH LEVEL — CONVERGENCE DYNAMICS</a:t>
            </a:r>
            <a:endParaRPr b="0" lang="fr-FR" sz="1000" spc="-1" strike="noStrike">
              <a:latin typeface="Arial"/>
            </a:endParaRPr>
          </a:p>
        </p:txBody>
      </p:sp>
      <p:sp>
        <p:nvSpPr>
          <p:cNvPr id="159" name="Text 2"/>
          <p:cNvSpPr/>
          <p:nvPr/>
        </p:nvSpPr>
        <p:spPr>
          <a:xfrm>
            <a:off x="274320" y="457200"/>
            <a:ext cx="8593200" cy="546480"/>
          </a:xfrm>
          <a:prstGeom prst="rect">
            <a:avLst/>
          </a:prstGeom>
          <a:noFill/>
          <a:ln w="0">
            <a:noFill/>
          </a:ln>
        </p:spPr>
        <p:style>
          <a:lnRef idx="0"/>
          <a:fillRef idx="0"/>
          <a:effectRef idx="0"/>
          <a:fontRef idx="minor"/>
        </p:style>
        <p:txBody>
          <a:bodyPr lIns="90000" rIns="90000" tIns="45000" bIns="45000" anchor="ctr">
            <a:noAutofit/>
          </a:bodyPr>
          <a:p>
            <a:pPr>
              <a:lnSpc>
                <a:spcPct val="100000"/>
              </a:lnSpc>
              <a:buNone/>
              <a:tabLst>
                <a:tab algn="l" pos="0"/>
              </a:tabLst>
            </a:pPr>
            <a:r>
              <a:rPr b="1" lang="fr-FR" sz="2000" spc="-1" strike="noStrike">
                <a:solidFill>
                  <a:srgbClr val="1e3a5f"/>
                </a:solidFill>
                <a:latin typeface="Calibri"/>
                <a:ea typeface="DejaVu Sans"/>
              </a:rPr>
              <a:t>Convergence Analysis by Model &amp; Condition</a:t>
            </a:r>
            <a:endParaRPr b="0" lang="fr-FR" sz="2000" spc="-1" strike="noStrike">
              <a:latin typeface="Arial"/>
            </a:endParaRPr>
          </a:p>
        </p:txBody>
      </p:sp>
      <p:sp>
        <p:nvSpPr>
          <p:cNvPr id="160" name="Shape 3"/>
          <p:cNvSpPr/>
          <p:nvPr/>
        </p:nvSpPr>
        <p:spPr>
          <a:xfrm>
            <a:off x="274320" y="1023840"/>
            <a:ext cx="8595360" cy="360"/>
          </a:xfrm>
          <a:prstGeom prst="line">
            <a:avLst/>
          </a:prstGeom>
          <a:ln w="12700">
            <a:solidFill>
              <a:srgbClr val="1e3a5f"/>
            </a:solidFill>
            <a:round/>
          </a:ln>
        </p:spPr>
        <p:style>
          <a:lnRef idx="0"/>
          <a:fillRef idx="0"/>
          <a:effectRef idx="0"/>
          <a:fontRef idx="minor"/>
        </p:style>
      </p:sp>
      <p:graphicFrame>
        <p:nvGraphicFramePr>
          <p:cNvPr id="161" name="Table 0"/>
          <p:cNvGraphicFramePr/>
          <p:nvPr/>
        </p:nvGraphicFramePr>
        <p:xfrm>
          <a:off x="274320" y="1143000"/>
          <a:ext cx="7680600" cy="0"/>
        </p:xfrm>
        <a:graphic>
          <a:graphicData uri="http://schemas.openxmlformats.org/drawingml/2006/table">
            <a:tbl>
              <a:tblPr/>
              <a:tblGrid>
                <a:gridCol w="1645920"/>
                <a:gridCol w="1280160"/>
                <a:gridCol w="1097280"/>
                <a:gridCol w="1005840"/>
                <a:gridCol w="1005840"/>
                <a:gridCol w="1645920"/>
              </a:tblGrid>
              <a:tr h="0">
                <a:tc>
                  <a:txBody>
                    <a:bodyPr anchor="t">
                      <a:noAutofit/>
                    </a:bodyPr>
                    <a:p>
                      <a:pPr algn="ctr">
                        <a:lnSpc>
                          <a:spcPct val="100000"/>
                        </a:lnSpc>
                        <a:buNone/>
                        <a:tabLst>
                          <a:tab algn="l" pos="0"/>
                        </a:tabLst>
                      </a:pPr>
                      <a:r>
                        <a:rPr b="1" lang="fr-FR" sz="900" spc="-1" strike="noStrike">
                          <a:solidFill>
                            <a:srgbClr val="ffffff"/>
                          </a:solidFill>
                          <a:latin typeface="Calibri"/>
                        </a:rPr>
                        <a:t>Model Type</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1e3a5f"/>
                    </a:solidFill>
                  </a:tcPr>
                </a:tc>
                <a:tc>
                  <a:txBody>
                    <a:bodyPr anchor="t">
                      <a:noAutofit/>
                    </a:bodyPr>
                    <a:p>
                      <a:pPr algn="ctr">
                        <a:lnSpc>
                          <a:spcPct val="100000"/>
                        </a:lnSpc>
                        <a:buNone/>
                        <a:tabLst>
                          <a:tab algn="l" pos="0"/>
                        </a:tabLst>
                      </a:pPr>
                      <a:r>
                        <a:rPr b="1" lang="en-US" sz="900" spc="-1" strike="noStrike">
                          <a:solidFill>
                            <a:srgbClr val="ffffff"/>
                          </a:solidFill>
                          <a:latin typeface="Calibri"/>
                        </a:rPr>
                        <a:t>Condition</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1e3a5f"/>
                    </a:solidFill>
                  </a:tcPr>
                </a:tc>
                <a:tc>
                  <a:txBody>
                    <a:bodyPr anchor="t">
                      <a:noAutofit/>
                    </a:bodyPr>
                    <a:p>
                      <a:pPr algn="ctr">
                        <a:lnSpc>
                          <a:spcPct val="100000"/>
                        </a:lnSpc>
                        <a:buNone/>
                        <a:tabLst>
                          <a:tab algn="l" pos="0"/>
                        </a:tabLst>
                      </a:pPr>
                      <a:r>
                        <a:rPr b="1" lang="en-US" sz="900" spc="-1" strike="noStrike">
                          <a:solidFill>
                            <a:srgbClr val="ffffff"/>
                          </a:solidFill>
                          <a:latin typeface="Calibri"/>
                        </a:rPr>
                        <a:t>Mean Cycles</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1e3a5f"/>
                    </a:solidFill>
                  </a:tcPr>
                </a:tc>
                <a:tc>
                  <a:txBody>
                    <a:bodyPr anchor="t">
                      <a:noAutofit/>
                    </a:bodyPr>
                    <a:p>
                      <a:pPr algn="ctr">
                        <a:lnSpc>
                          <a:spcPct val="100000"/>
                        </a:lnSpc>
                        <a:buNone/>
                        <a:tabLst>
                          <a:tab algn="l" pos="0"/>
                        </a:tabLst>
                      </a:pPr>
                      <a:r>
                        <a:rPr b="1" lang="en-US" sz="900" spc="-1" strike="noStrike">
                          <a:solidFill>
                            <a:srgbClr val="ffffff"/>
                          </a:solidFill>
                          <a:latin typeface="Calibri"/>
                        </a:rPr>
                        <a:t>SD Cycles</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1e3a5f"/>
                    </a:solidFill>
                  </a:tcPr>
                </a:tc>
                <a:tc>
                  <a:txBody>
                    <a:bodyPr anchor="t">
                      <a:noAutofit/>
                    </a:bodyPr>
                    <a:p>
                      <a:pPr algn="ctr">
                        <a:lnSpc>
                          <a:spcPct val="100000"/>
                        </a:lnSpc>
                        <a:buNone/>
                        <a:tabLst>
                          <a:tab algn="l" pos="0"/>
                        </a:tabLst>
                      </a:pPr>
                      <a:r>
                        <a:rPr b="1" lang="en-US" sz="900" spc="-1" strike="noStrike">
                          <a:solidFill>
                            <a:srgbClr val="ffffff"/>
                          </a:solidFill>
                          <a:latin typeface="Calibri"/>
                        </a:rPr>
                        <a:t>Min Cycles</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1e3a5f"/>
                    </a:solidFill>
                  </a:tcPr>
                </a:tc>
                <a:tc>
                  <a:txBody>
                    <a:bodyPr anchor="t">
                      <a:noAutofit/>
                    </a:bodyPr>
                    <a:p>
                      <a:pPr algn="ctr">
                        <a:lnSpc>
                          <a:spcPct val="100000"/>
                        </a:lnSpc>
                        <a:buNone/>
                        <a:tabLst>
                          <a:tab algn="l" pos="0"/>
                        </a:tabLst>
                      </a:pPr>
                      <a:r>
                        <a:rPr b="1" lang="en-US" sz="900" spc="-1" strike="noStrike">
                          <a:solidFill>
                            <a:srgbClr val="ffffff"/>
                          </a:solidFill>
                          <a:latin typeface="Calibri"/>
                        </a:rPr>
                        <a:t>Max Cycles</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1e3a5f"/>
                    </a:solidFill>
                  </a:tcPr>
                </a:tc>
              </a:tr>
              <a:tr h="0">
                <a:tc>
                  <a:txBody>
                    <a:bodyPr anchor="t">
                      <a:noAutofit/>
                    </a:bodyPr>
                    <a:p>
                      <a:pPr algn="ctr">
                        <a:lnSpc>
                          <a:spcPct val="100000"/>
                        </a:lnSpc>
                        <a:buNone/>
                        <a:tabLst>
                          <a:tab algn="l" pos="0"/>
                        </a:tabLst>
                      </a:pPr>
                      <a:r>
                        <a:rPr b="0" lang="en-US" sz="900" spc="-1" strike="noStrike">
                          <a:solidFill>
                            <a:srgbClr val="333333"/>
                          </a:solidFill>
                          <a:latin typeface="Calibri"/>
                        </a:rPr>
                        <a:t>bipolarization</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heterogeneous</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21.67</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15</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55</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r>
              <a:tr h="0">
                <a:tc>
                  <a:txBody>
                    <a:bodyPr anchor="t">
                      <a:noAutofit/>
                    </a:bodyPr>
                    <a:p>
                      <a:pPr algn="ctr">
                        <a:lnSpc>
                          <a:spcPct val="100000"/>
                        </a:lnSpc>
                        <a:buNone/>
                        <a:tabLst>
                          <a:tab algn="l" pos="0"/>
                        </a:tabLst>
                      </a:pPr>
                      <a:r>
                        <a:rPr b="0" lang="en-US" sz="900" spc="-1" strike="noStrike">
                          <a:solidFill>
                            <a:srgbClr val="333333"/>
                          </a:solidFill>
                          <a:latin typeface="Calibri"/>
                        </a:rPr>
                        <a:t>bipolarization</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homogeneous</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39.44</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15</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130</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r>
              <a:tr h="0">
                <a:tc>
                  <a:txBody>
                    <a:bodyPr anchor="t">
                      <a:noAutofit/>
                    </a:bodyPr>
                    <a:p>
                      <a:pPr algn="ctr">
                        <a:lnSpc>
                          <a:spcPct val="100000"/>
                        </a:lnSpc>
                        <a:buNone/>
                        <a:tabLst>
                          <a:tab algn="l" pos="0"/>
                        </a:tabLst>
                      </a:pPr>
                      <a:r>
                        <a:rPr b="0" lang="en-US" sz="900" spc="-1" strike="noStrike">
                          <a:solidFill>
                            <a:srgbClr val="333333"/>
                          </a:solidFill>
                          <a:latin typeface="Calibri"/>
                        </a:rPr>
                        <a:t>clustering</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heterogeneous</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29.60</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15</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105</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r>
              <a:tr h="0">
                <a:tc>
                  <a:txBody>
                    <a:bodyPr anchor="t">
                      <a:noAutofit/>
                    </a:bodyPr>
                    <a:p>
                      <a:pPr algn="ctr">
                        <a:lnSpc>
                          <a:spcPct val="100000"/>
                        </a:lnSpc>
                        <a:buNone/>
                        <a:tabLst>
                          <a:tab algn="l" pos="0"/>
                        </a:tabLst>
                      </a:pPr>
                      <a:r>
                        <a:rPr b="0" lang="en-US" sz="900" spc="-1" strike="noStrike">
                          <a:solidFill>
                            <a:srgbClr val="333333"/>
                          </a:solidFill>
                          <a:latin typeface="Calibri"/>
                        </a:rPr>
                        <a:t>clustering</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homogeneous</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28.88</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15</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100</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r>
              <a:tr h="0">
                <a:tc>
                  <a:txBody>
                    <a:bodyPr anchor="t">
                      <a:noAutofit/>
                    </a:bodyPr>
                    <a:p>
                      <a:pPr algn="ctr">
                        <a:lnSpc>
                          <a:spcPct val="100000"/>
                        </a:lnSpc>
                        <a:buNone/>
                        <a:tabLst>
                          <a:tab algn="l" pos="0"/>
                        </a:tabLst>
                      </a:pPr>
                      <a:r>
                        <a:rPr b="0" lang="en-US" sz="900" spc="-1" strike="noStrike">
                          <a:solidFill>
                            <a:srgbClr val="333333"/>
                          </a:solidFill>
                          <a:latin typeface="Calibri"/>
                        </a:rPr>
                        <a:t>consensus</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heterogeneous</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30.96</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15</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80</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r>
              <a:tr h="0">
                <a:tc>
                  <a:txBody>
                    <a:bodyPr anchor="t">
                      <a:noAutofit/>
                    </a:bodyPr>
                    <a:p>
                      <a:pPr algn="ctr">
                        <a:lnSpc>
                          <a:spcPct val="100000"/>
                        </a:lnSpc>
                        <a:buNone/>
                        <a:tabLst>
                          <a:tab algn="l" pos="0"/>
                        </a:tabLst>
                      </a:pPr>
                      <a:r>
                        <a:rPr b="0" lang="en-US" sz="900" spc="-1" strike="noStrike">
                          <a:solidFill>
                            <a:srgbClr val="333333"/>
                          </a:solidFill>
                          <a:latin typeface="Calibri"/>
                        </a:rPr>
                        <a:t>consensus</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homogeneous</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20.23</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15</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40</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r>
              <a:tr h="0">
                <a:tc>
                  <a:txBody>
                    <a:bodyPr anchor="t">
                      <a:noAutofit/>
                    </a:bodyPr>
                    <a:p>
                      <a:pPr algn="ctr">
                        <a:lnSpc>
                          <a:spcPct val="100000"/>
                        </a:lnSpc>
                        <a:buNone/>
                        <a:tabLst>
                          <a:tab algn="l" pos="0"/>
                        </a:tabLst>
                      </a:pPr>
                      <a:r>
                        <a:rPr b="0" lang="en-US" sz="900" spc="-1" strike="noStrike">
                          <a:solidFill>
                            <a:srgbClr val="333333"/>
                          </a:solidFill>
                          <a:latin typeface="Calibri"/>
                        </a:rPr>
                        <a:t>no_change</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heterogeneous</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15.00</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0</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15</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15</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r>
              <a:tr h="0">
                <a:tc>
                  <a:txBody>
                    <a:bodyPr anchor="t">
                      <a:noAutofit/>
                    </a:bodyPr>
                    <a:p>
                      <a:pPr algn="ctr">
                        <a:lnSpc>
                          <a:spcPct val="100000"/>
                        </a:lnSpc>
                        <a:buNone/>
                        <a:tabLst>
                          <a:tab algn="l" pos="0"/>
                        </a:tabLst>
                      </a:pPr>
                      <a:r>
                        <a:rPr b="0" lang="en-US" sz="900" spc="-1" strike="noStrike">
                          <a:solidFill>
                            <a:srgbClr val="333333"/>
                          </a:solidFill>
                          <a:latin typeface="Calibri"/>
                        </a:rPr>
                        <a:t>no_change</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homogeneous</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15.00</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0</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15</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15</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r>
            </a:tbl>
          </a:graphicData>
        </a:graphic>
      </p:graphicFrame>
      <p:sp>
        <p:nvSpPr>
          <p:cNvPr id="162" name="Text 4"/>
          <p:cNvSpPr/>
          <p:nvPr/>
        </p:nvSpPr>
        <p:spPr>
          <a:xfrm>
            <a:off x="274320" y="3161520"/>
            <a:ext cx="8593200" cy="272160"/>
          </a:xfrm>
          <a:prstGeom prst="rect">
            <a:avLst/>
          </a:prstGeom>
          <a:noFill/>
          <a:ln w="0">
            <a:noFill/>
          </a:ln>
        </p:spPr>
        <p:style>
          <a:lnRef idx="0"/>
          <a:fillRef idx="0"/>
          <a:effectRef idx="0"/>
          <a:fontRef idx="minor"/>
        </p:style>
        <p:txBody>
          <a:bodyPr lIns="90000" rIns="90000" tIns="45000" bIns="45000" anchor="ctr">
            <a:noAutofit/>
          </a:bodyPr>
          <a:p>
            <a:pPr>
              <a:lnSpc>
                <a:spcPct val="100000"/>
              </a:lnSpc>
              <a:buNone/>
              <a:tabLst>
                <a:tab algn="l" pos="0"/>
              </a:tabLst>
            </a:pPr>
            <a:r>
              <a:rPr b="0" i="1" lang="fr-FR" sz="900" spc="-1" strike="noStrike">
                <a:solidFill>
                  <a:srgbClr val="666666"/>
                </a:solidFill>
                <a:latin typeface="Calibri"/>
                <a:ea typeface="DejaVu Sans"/>
              </a:rPr>
              <a:t>Note: normalised_convergence = convergence_cycle / 300 (max_cycles constant across all experiments).</a:t>
            </a:r>
            <a:endParaRPr b="0" lang="fr-FR" sz="900" spc="-1" strike="noStrike">
              <a:latin typeface="Arial"/>
            </a:endParaRPr>
          </a:p>
        </p:txBody>
      </p:sp>
      <p:sp>
        <p:nvSpPr>
          <p:cNvPr id="163" name="Text 5"/>
          <p:cNvSpPr/>
          <p:nvPr/>
        </p:nvSpPr>
        <p:spPr>
          <a:xfrm>
            <a:off x="274320" y="3337560"/>
            <a:ext cx="8593200" cy="272160"/>
          </a:xfrm>
          <a:prstGeom prst="rect">
            <a:avLst/>
          </a:prstGeom>
          <a:noFill/>
          <a:ln w="0">
            <a:noFill/>
          </a:ln>
        </p:spPr>
        <p:style>
          <a:lnRef idx="0"/>
          <a:fillRef idx="0"/>
          <a:effectRef idx="0"/>
          <a:fontRef idx="minor"/>
        </p:style>
        <p:txBody>
          <a:bodyPr lIns="90000" rIns="90000" tIns="45000" bIns="45000" anchor="ctr">
            <a:noAutofit/>
          </a:bodyPr>
          <a:p>
            <a:pPr>
              <a:lnSpc>
                <a:spcPct val="100000"/>
              </a:lnSpc>
              <a:buNone/>
              <a:tabLst>
                <a:tab algn="l" pos="0"/>
              </a:tabLst>
            </a:pPr>
            <a:r>
              <a:rPr b="1" lang="fr-FR" sz="1100" spc="-1" strike="noStrike">
                <a:solidFill>
                  <a:srgbClr val="1e3a5f"/>
                </a:solidFill>
                <a:latin typeface="Calibri"/>
                <a:ea typeface="DejaVu Sans"/>
              </a:rPr>
              <a:t>Interpretation</a:t>
            </a:r>
            <a:endParaRPr b="0" lang="fr-FR" sz="1100" spc="-1" strike="noStrike">
              <a:latin typeface="Arial"/>
            </a:endParaRPr>
          </a:p>
        </p:txBody>
      </p:sp>
      <p:sp>
        <p:nvSpPr>
          <p:cNvPr id="164" name="Text 6"/>
          <p:cNvSpPr/>
          <p:nvPr/>
        </p:nvSpPr>
        <p:spPr>
          <a:xfrm>
            <a:off x="274320" y="3657600"/>
            <a:ext cx="8593200" cy="1049400"/>
          </a:xfrm>
          <a:prstGeom prst="rect">
            <a:avLst/>
          </a:prstGeom>
          <a:noFill/>
          <a:ln w="0">
            <a:noFill/>
          </a:ln>
        </p:spPr>
        <p:style>
          <a:lnRef idx="0"/>
          <a:fillRef idx="0"/>
          <a:effectRef idx="0"/>
          <a:fontRef idx="minor"/>
        </p:style>
        <p:txBody>
          <a:bodyPr lIns="90000" rIns="90000" tIns="45000" bIns="45000" anchor="ctr">
            <a:noAutofit/>
          </a:bodyPr>
          <a:p>
            <a:pPr>
              <a:lnSpc>
                <a:spcPct val="100000"/>
              </a:lnSpc>
              <a:buNone/>
              <a:tabLst>
                <a:tab algn="l" pos="0"/>
              </a:tabLst>
            </a:pPr>
            <a:r>
              <a:rPr b="0" lang="fr-FR" sz="1000" spc="-1" strike="noStrike">
                <a:solidFill>
                  <a:srgbClr val="333333"/>
                </a:solidFill>
                <a:latin typeface="Calibri"/>
                <a:ea typeface="DejaVu Sans"/>
              </a:rPr>
              <a:t>Bipolarization converges fastest on heterogeneous debates (21.7 cycles) but slowest on homogeneous (39.4 cycles) — opposite to consensus. No-change always converges at cycle 15 (baseline). Clustering shows the most consistent convergence speed across conditions (~29 cycles). No speaking mode was run in this batch — all results reflect standard neighbor-based interaction.</a:t>
            </a:r>
            <a:endParaRPr b="0" lang="fr-FR" sz="1000" spc="-1" strike="noStrike">
              <a:latin typeface="Arial"/>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65" name="Shape 0"/>
          <p:cNvSpPr/>
          <p:nvPr/>
        </p:nvSpPr>
        <p:spPr>
          <a:xfrm>
            <a:off x="0" y="0"/>
            <a:ext cx="9141840" cy="363600"/>
          </a:xfrm>
          <a:prstGeom prst="rect">
            <a:avLst/>
          </a:prstGeom>
          <a:solidFill>
            <a:srgbClr val="1e3a5f"/>
          </a:solidFill>
          <a:ln w="12700">
            <a:solidFill>
              <a:srgbClr val="1e3a5f"/>
            </a:solidFill>
            <a:round/>
          </a:ln>
        </p:spPr>
        <p:style>
          <a:lnRef idx="0"/>
          <a:fillRef idx="0"/>
          <a:effectRef idx="0"/>
          <a:fontRef idx="minor"/>
        </p:style>
      </p:sp>
      <p:sp>
        <p:nvSpPr>
          <p:cNvPr id="166" name="Text 1"/>
          <p:cNvSpPr/>
          <p:nvPr/>
        </p:nvSpPr>
        <p:spPr>
          <a:xfrm>
            <a:off x="182880" y="0"/>
            <a:ext cx="8776080" cy="363600"/>
          </a:xfrm>
          <a:prstGeom prst="rect">
            <a:avLst/>
          </a:prstGeom>
          <a:noFill/>
          <a:ln w="0">
            <a:noFill/>
          </a:ln>
        </p:spPr>
        <p:style>
          <a:lnRef idx="0"/>
          <a:fillRef idx="0"/>
          <a:effectRef idx="0"/>
          <a:fontRef idx="minor"/>
        </p:style>
        <p:txBody>
          <a:bodyPr lIns="0" rIns="0" tIns="0" bIns="0" anchor="ctr">
            <a:noAutofit/>
          </a:bodyPr>
          <a:p>
            <a:pPr>
              <a:lnSpc>
                <a:spcPct val="100000"/>
              </a:lnSpc>
              <a:buNone/>
              <a:tabLst>
                <a:tab algn="l" pos="0"/>
              </a:tabLst>
            </a:pPr>
            <a:r>
              <a:rPr b="1" lang="fr-FR" sz="1000" spc="-1" strike="noStrike">
                <a:solidFill>
                  <a:srgbClr val="ffffff"/>
                </a:solidFill>
                <a:latin typeface="Calibri"/>
                <a:ea typeface="DejaVu Sans"/>
              </a:rPr>
              <a:t>BATCH LEVEL — BASELINE COMPARISON</a:t>
            </a:r>
            <a:endParaRPr b="0" lang="fr-FR" sz="1000" spc="-1" strike="noStrike">
              <a:latin typeface="Arial"/>
            </a:endParaRPr>
          </a:p>
        </p:txBody>
      </p:sp>
      <p:sp>
        <p:nvSpPr>
          <p:cNvPr id="167" name="Text 2"/>
          <p:cNvSpPr/>
          <p:nvPr/>
        </p:nvSpPr>
        <p:spPr>
          <a:xfrm>
            <a:off x="274320" y="457200"/>
            <a:ext cx="8593200" cy="546480"/>
          </a:xfrm>
          <a:prstGeom prst="rect">
            <a:avLst/>
          </a:prstGeom>
          <a:noFill/>
          <a:ln w="0">
            <a:noFill/>
          </a:ln>
        </p:spPr>
        <p:style>
          <a:lnRef idx="0"/>
          <a:fillRef idx="0"/>
          <a:effectRef idx="0"/>
          <a:fontRef idx="minor"/>
        </p:style>
        <p:txBody>
          <a:bodyPr lIns="90000" rIns="90000" tIns="45000" bIns="45000" anchor="ctr">
            <a:noAutofit/>
          </a:bodyPr>
          <a:p>
            <a:pPr>
              <a:lnSpc>
                <a:spcPct val="100000"/>
              </a:lnSpc>
              <a:buNone/>
              <a:tabLst>
                <a:tab algn="l" pos="0"/>
              </a:tabLst>
            </a:pPr>
            <a:r>
              <a:rPr b="1" lang="fr-FR" sz="2000" spc="-1" strike="noStrike">
                <a:solidFill>
                  <a:srgbClr val="1e3a5f"/>
                </a:solidFill>
                <a:latin typeface="Calibri"/>
                <a:ea typeface="DejaVu Sans"/>
              </a:rPr>
              <a:t>No-Change Baseline Coverage</a:t>
            </a:r>
            <a:endParaRPr b="0" lang="fr-FR" sz="2000" spc="-1" strike="noStrike">
              <a:latin typeface="Arial"/>
            </a:endParaRPr>
          </a:p>
        </p:txBody>
      </p:sp>
      <p:sp>
        <p:nvSpPr>
          <p:cNvPr id="168" name="Shape 3"/>
          <p:cNvSpPr/>
          <p:nvPr/>
        </p:nvSpPr>
        <p:spPr>
          <a:xfrm>
            <a:off x="274320" y="1023840"/>
            <a:ext cx="8595360" cy="360"/>
          </a:xfrm>
          <a:prstGeom prst="line">
            <a:avLst/>
          </a:prstGeom>
          <a:ln w="12700">
            <a:solidFill>
              <a:srgbClr val="1e3a5f"/>
            </a:solidFill>
            <a:round/>
          </a:ln>
        </p:spPr>
        <p:style>
          <a:lnRef idx="0"/>
          <a:fillRef idx="0"/>
          <a:effectRef idx="0"/>
          <a:fontRef idx="minor"/>
        </p:style>
      </p:sp>
      <p:graphicFrame>
        <p:nvGraphicFramePr>
          <p:cNvPr id="169" name="Table 0"/>
          <p:cNvGraphicFramePr/>
          <p:nvPr/>
        </p:nvGraphicFramePr>
        <p:xfrm>
          <a:off x="274320" y="1143000"/>
          <a:ext cx="5028840" cy="0"/>
        </p:xfrm>
        <a:graphic>
          <a:graphicData uri="http://schemas.openxmlformats.org/drawingml/2006/table">
            <a:tbl>
              <a:tblPr/>
              <a:tblGrid>
                <a:gridCol w="1005840"/>
                <a:gridCol w="1005840"/>
                <a:gridCol w="1188720"/>
                <a:gridCol w="1828800"/>
              </a:tblGrid>
              <a:tr h="0">
                <a:tc>
                  <a:txBody>
                    <a:bodyPr anchor="t">
                      <a:noAutofit/>
                    </a:bodyPr>
                    <a:p>
                      <a:pPr algn="ctr">
                        <a:lnSpc>
                          <a:spcPct val="100000"/>
                        </a:lnSpc>
                        <a:buNone/>
                        <a:tabLst>
                          <a:tab algn="l" pos="0"/>
                        </a:tabLst>
                      </a:pPr>
                      <a:r>
                        <a:rPr b="1" lang="fr-FR" sz="900" spc="-1" strike="noStrike">
                          <a:solidFill>
                            <a:srgbClr val="ffffff"/>
                          </a:solidFill>
                          <a:latin typeface="Calibri"/>
                        </a:rPr>
                        <a:t>Debate ID</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1e3a5f"/>
                    </a:solidFill>
                  </a:tcPr>
                </a:tc>
                <a:tc>
                  <a:txBody>
                    <a:bodyPr anchor="t">
                      <a:noAutofit/>
                    </a:bodyPr>
                    <a:p>
                      <a:pPr algn="ctr">
                        <a:lnSpc>
                          <a:spcPct val="100000"/>
                        </a:lnSpc>
                        <a:buNone/>
                        <a:tabLst>
                          <a:tab algn="l" pos="0"/>
                        </a:tabLst>
                      </a:pPr>
                      <a:r>
                        <a:rPr b="1" lang="en-US" sz="900" spc="-1" strike="noStrike">
                          <a:solidFill>
                            <a:srgbClr val="ffffff"/>
                          </a:solidFill>
                          <a:latin typeface="Calibri"/>
                        </a:rPr>
                        <a:t>Label</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1e3a5f"/>
                    </a:solidFill>
                  </a:tcPr>
                </a:tc>
                <a:tc>
                  <a:txBody>
                    <a:bodyPr anchor="t">
                      <a:noAutofit/>
                    </a:bodyPr>
                    <a:p>
                      <a:pPr algn="ctr">
                        <a:lnSpc>
                          <a:spcPct val="100000"/>
                        </a:lnSpc>
                        <a:buNone/>
                        <a:tabLst>
                          <a:tab algn="l" pos="0"/>
                        </a:tabLst>
                      </a:pPr>
                      <a:r>
                        <a:rPr b="1" lang="en-US" sz="900" spc="-1" strike="noStrike">
                          <a:solidFill>
                            <a:srgbClr val="ffffff"/>
                          </a:solidFill>
                          <a:latin typeface="Calibri"/>
                        </a:rPr>
                        <a:t>Composition</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1e3a5f"/>
                    </a:solidFill>
                  </a:tcPr>
                </a:tc>
                <a:tc>
                  <a:txBody>
                    <a:bodyPr anchor="t">
                      <a:noAutofit/>
                    </a:bodyPr>
                    <a:p>
                      <a:pPr algn="ctr">
                        <a:lnSpc>
                          <a:spcPct val="100000"/>
                        </a:lnSpc>
                        <a:buNone/>
                        <a:tabLst>
                          <a:tab algn="l" pos="0"/>
                        </a:tabLst>
                      </a:pPr>
                      <a:r>
                        <a:rPr b="1" lang="en-US" sz="900" spc="-1" strike="noStrike">
                          <a:solidFill>
                            <a:srgbClr val="ffffff"/>
                          </a:solidFill>
                          <a:latin typeface="Calibri"/>
                        </a:rPr>
                        <a:t>Baseline MAE</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1e3a5f"/>
                    </a:solidFill>
                  </a:tcPr>
                </a:tc>
              </a:tr>
              <a:tr h="0">
                <a:tc>
                  <a:txBody>
                    <a:bodyPr anchor="t">
                      <a:noAutofit/>
                    </a:bodyPr>
                    <a:p>
                      <a:pPr algn="ctr">
                        <a:lnSpc>
                          <a:spcPct val="100000"/>
                        </a:lnSpc>
                        <a:buNone/>
                        <a:tabLst>
                          <a:tab algn="l" pos="0"/>
                        </a:tabLst>
                      </a:pPr>
                      <a:r>
                        <a:rPr b="0" lang="en-US" sz="900" spc="-1" strike="noStrike">
                          <a:solidFill>
                            <a:srgbClr val="333333"/>
                          </a:solidFill>
                          <a:latin typeface="Calibri"/>
                        </a:rPr>
                        <a:t>1</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M1</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M</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0.0156</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r>
              <a:tr h="0">
                <a:tc>
                  <a:txBody>
                    <a:bodyPr anchor="t">
                      <a:noAutofit/>
                    </a:bodyPr>
                    <a:p>
                      <a:pPr algn="ctr">
                        <a:lnSpc>
                          <a:spcPct val="100000"/>
                        </a:lnSpc>
                        <a:buNone/>
                        <a:tabLst>
                          <a:tab algn="l" pos="0"/>
                        </a:tabLst>
                      </a:pPr>
                      <a:r>
                        <a:rPr b="0" lang="en-US" sz="900" spc="-1" strike="noStrike">
                          <a:solidFill>
                            <a:srgbClr val="333333"/>
                          </a:solidFill>
                          <a:latin typeface="Calibri"/>
                        </a:rPr>
                        <a:t>2</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M2</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M</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0.0454</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r>
              <a:tr h="0">
                <a:tc>
                  <a:txBody>
                    <a:bodyPr anchor="t">
                      <a:noAutofit/>
                    </a:bodyPr>
                    <a:p>
                      <a:pPr algn="ctr">
                        <a:lnSpc>
                          <a:spcPct val="100000"/>
                        </a:lnSpc>
                        <a:buNone/>
                        <a:tabLst>
                          <a:tab algn="l" pos="0"/>
                        </a:tabLst>
                      </a:pPr>
                      <a:r>
                        <a:rPr b="0" lang="en-US" sz="900" spc="-1" strike="noStrike">
                          <a:solidFill>
                            <a:srgbClr val="333333"/>
                          </a:solidFill>
                          <a:latin typeface="Calibri"/>
                        </a:rPr>
                        <a:t>3</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M4</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M</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0.0347</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r>
              <a:tr h="0">
                <a:tc>
                  <a:txBody>
                    <a:bodyPr anchor="t">
                      <a:noAutofit/>
                    </a:bodyPr>
                    <a:p>
                      <a:pPr algn="ctr">
                        <a:lnSpc>
                          <a:spcPct val="100000"/>
                        </a:lnSpc>
                        <a:buNone/>
                        <a:tabLst>
                          <a:tab algn="l" pos="0"/>
                        </a:tabLst>
                      </a:pPr>
                      <a:r>
                        <a:rPr b="0" lang="en-US" sz="900" spc="-1" strike="noStrike">
                          <a:solidFill>
                            <a:srgbClr val="333333"/>
                          </a:solidFill>
                          <a:latin typeface="Calibri"/>
                        </a:rPr>
                        <a:t>4</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M5</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M</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0.0471</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r>
              <a:tr h="0">
                <a:tc>
                  <a:txBody>
                    <a:bodyPr anchor="t">
                      <a:noAutofit/>
                    </a:bodyPr>
                    <a:p>
                      <a:pPr algn="ctr">
                        <a:lnSpc>
                          <a:spcPct val="100000"/>
                        </a:lnSpc>
                        <a:buNone/>
                        <a:tabLst>
                          <a:tab algn="l" pos="0"/>
                        </a:tabLst>
                      </a:pPr>
                      <a:r>
                        <a:rPr b="0" lang="en-US" sz="900" spc="-1" strike="noStrike">
                          <a:solidFill>
                            <a:srgbClr val="333333"/>
                          </a:solidFill>
                          <a:latin typeface="Calibri"/>
                        </a:rPr>
                        <a:t>11</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M10</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M</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0.0477</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r>
              <a:tr h="0">
                <a:tc>
                  <a:txBody>
                    <a:bodyPr anchor="t">
                      <a:noAutofit/>
                    </a:bodyPr>
                    <a:p>
                      <a:pPr algn="ctr">
                        <a:lnSpc>
                          <a:spcPct val="100000"/>
                        </a:lnSpc>
                        <a:buNone/>
                        <a:tabLst>
                          <a:tab algn="l" pos="0"/>
                        </a:tabLst>
                      </a:pPr>
                      <a:r>
                        <a:rPr b="0" lang="en-US" sz="900" spc="-1" strike="noStrike">
                          <a:solidFill>
                            <a:srgbClr val="333333"/>
                          </a:solidFill>
                          <a:latin typeface="Calibri"/>
                        </a:rPr>
                        <a:t>14</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M15</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M</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0.0421</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r>
              <a:tr h="0">
                <a:tc>
                  <a:txBody>
                    <a:bodyPr anchor="t">
                      <a:noAutofit/>
                    </a:bodyPr>
                    <a:p>
                      <a:pPr algn="ctr">
                        <a:lnSpc>
                          <a:spcPct val="100000"/>
                        </a:lnSpc>
                        <a:buNone/>
                        <a:tabLst>
                          <a:tab algn="l" pos="0"/>
                        </a:tabLst>
                      </a:pPr>
                      <a:r>
                        <a:rPr b="0" lang="en-US" sz="900" spc="-1" strike="noStrike">
                          <a:solidFill>
                            <a:srgbClr val="333333"/>
                          </a:solidFill>
                          <a:latin typeface="Calibri"/>
                        </a:rPr>
                        <a:t>19</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M25</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M</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0.0457</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r>
              <a:tr h="0">
                <a:tc>
                  <a:txBody>
                    <a:bodyPr anchor="t">
                      <a:noAutofit/>
                    </a:bodyPr>
                    <a:p>
                      <a:pPr algn="ctr">
                        <a:lnSpc>
                          <a:spcPct val="100000"/>
                        </a:lnSpc>
                        <a:buNone/>
                        <a:tabLst>
                          <a:tab algn="l" pos="0"/>
                        </a:tabLst>
                      </a:pPr>
                      <a:r>
                        <a:rPr b="0" lang="en-US" sz="900" spc="-1" strike="noStrike">
                          <a:solidFill>
                            <a:srgbClr val="333333"/>
                          </a:solidFill>
                          <a:latin typeface="Calibri"/>
                        </a:rPr>
                        <a:t>20</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M26</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M</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0.0318</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r>
              <a:tr h="0">
                <a:tc>
                  <a:txBody>
                    <a:bodyPr anchor="t">
                      <a:noAutofit/>
                    </a:bodyPr>
                    <a:p>
                      <a:pPr algn="ctr">
                        <a:lnSpc>
                          <a:spcPct val="100000"/>
                        </a:lnSpc>
                        <a:buNone/>
                        <a:tabLst>
                          <a:tab algn="l" pos="0"/>
                        </a:tabLst>
                      </a:pPr>
                      <a:r>
                        <a:rPr b="0" lang="en-US" sz="900" spc="-1" strike="noStrike">
                          <a:solidFill>
                            <a:srgbClr val="333333"/>
                          </a:solidFill>
                          <a:latin typeface="Calibri"/>
                        </a:rPr>
                        <a:t>29</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H14</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H</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0.0466</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r>
              <a:tr h="0">
                <a:tc>
                  <a:txBody>
                    <a:bodyPr anchor="t">
                      <a:noAutofit/>
                    </a:bodyPr>
                    <a:p>
                      <a:pPr algn="ctr">
                        <a:lnSpc>
                          <a:spcPct val="100000"/>
                        </a:lnSpc>
                        <a:buNone/>
                        <a:tabLst>
                          <a:tab algn="l" pos="0"/>
                        </a:tabLst>
                      </a:pPr>
                      <a:r>
                        <a:rPr b="0" lang="en-US" sz="900" spc="-1" strike="noStrike">
                          <a:solidFill>
                            <a:srgbClr val="333333"/>
                          </a:solidFill>
                          <a:latin typeface="Calibri"/>
                        </a:rPr>
                        <a:t>31</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M30</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M</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0.0235</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r>
              <a:tr h="0">
                <a:tc>
                  <a:txBody>
                    <a:bodyPr anchor="t">
                      <a:noAutofit/>
                    </a:bodyPr>
                    <a:p>
                      <a:pPr algn="ctr">
                        <a:lnSpc>
                          <a:spcPct val="100000"/>
                        </a:lnSpc>
                        <a:buNone/>
                        <a:tabLst>
                          <a:tab algn="l" pos="0"/>
                        </a:tabLst>
                      </a:pPr>
                      <a:r>
                        <a:rPr b="0" lang="en-US" sz="900" spc="-1" strike="noStrike">
                          <a:solidFill>
                            <a:srgbClr val="333333"/>
                          </a:solidFill>
                          <a:latin typeface="Calibri"/>
                        </a:rPr>
                        <a:t>37</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M34</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M</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0.0320</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r>
            </a:tbl>
          </a:graphicData>
        </a:graphic>
      </p:graphicFrame>
      <p:sp>
        <p:nvSpPr>
          <p:cNvPr id="170" name="Text 4"/>
          <p:cNvSpPr/>
          <p:nvPr/>
        </p:nvSpPr>
        <p:spPr>
          <a:xfrm>
            <a:off x="5577840" y="1143000"/>
            <a:ext cx="3289680" cy="1369440"/>
          </a:xfrm>
          <a:prstGeom prst="rect">
            <a:avLst/>
          </a:prstGeom>
          <a:noFill/>
          <a:ln w="0">
            <a:noFill/>
          </a:ln>
        </p:spPr>
        <p:style>
          <a:lnRef idx="0"/>
          <a:fillRef idx="0"/>
          <a:effectRef idx="0"/>
          <a:fontRef idx="minor"/>
        </p:style>
        <p:txBody>
          <a:bodyPr lIns="90000" rIns="90000" tIns="45000" bIns="45000" anchor="ctr">
            <a:noAutofit/>
          </a:bodyPr>
          <a:p>
            <a:pPr>
              <a:lnSpc>
                <a:spcPct val="100000"/>
              </a:lnSpc>
              <a:buNone/>
              <a:tabLst>
                <a:tab algn="l" pos="0"/>
              </a:tabLst>
            </a:pPr>
            <a:r>
              <a:rPr b="0" lang="fr-FR" sz="1000" spc="-1" strike="noStrike">
                <a:solidFill>
                  <a:srgbClr val="333333"/>
                </a:solidFill>
                <a:latin typeface="Calibri"/>
                <a:ea typeface="DejaVu Sans"/>
              </a:rPr>
              <a:t>No-change baseline mean MAE: 0.0375</a:t>
            </a:r>
            <a:endParaRPr b="0" lang="fr-FR" sz="1000" spc="-1" strike="noStrike">
              <a:latin typeface="Arial"/>
            </a:endParaRPr>
          </a:p>
          <a:p>
            <a:pPr>
              <a:lnSpc>
                <a:spcPct val="100000"/>
              </a:lnSpc>
              <a:buNone/>
              <a:tabLst>
                <a:tab algn="l" pos="0"/>
              </a:tabLst>
            </a:pPr>
            <a:r>
              <a:rPr b="0" lang="fr-FR" sz="1000" spc="-1" strike="noStrike">
                <a:solidFill>
                  <a:srgbClr val="333333"/>
                </a:solidFill>
                <a:latin typeface="Calibri"/>
                <a:ea typeface="DejaVu Sans"/>
              </a:rPr>
              <a:t>Note: GA sampling means only 11 debates covered.</a:t>
            </a:r>
            <a:endParaRPr b="0" lang="fr-FR" sz="1000" spc="-1" strike="noStrike">
              <a:latin typeface="Arial"/>
            </a:endParaRPr>
          </a:p>
          <a:p>
            <a:pPr>
              <a:lnSpc>
                <a:spcPct val="100000"/>
              </a:lnSpc>
              <a:buNone/>
              <a:tabLst>
                <a:tab algn="l" pos="0"/>
              </a:tabLst>
            </a:pPr>
            <a:r>
              <a:rPr b="0" lang="fr-FR" sz="1000" spc="-1" strike="noStrike">
                <a:solidFill>
                  <a:srgbClr val="333333"/>
                </a:solidFill>
                <a:latin typeface="Calibri"/>
                <a:ea typeface="DejaVu Sans"/>
              </a:rPr>
              <a:t>Full comparison requires exhaustive no-change run.</a:t>
            </a:r>
            <a:endParaRPr b="0" lang="fr-FR" sz="1000" spc="-1" strike="noStrike">
              <a:latin typeface="Arial"/>
            </a:endParaRPr>
          </a:p>
        </p:txBody>
      </p:sp>
      <p:sp>
        <p:nvSpPr>
          <p:cNvPr id="171" name="Shape 5"/>
          <p:cNvSpPr/>
          <p:nvPr/>
        </p:nvSpPr>
        <p:spPr>
          <a:xfrm>
            <a:off x="5577840" y="2651760"/>
            <a:ext cx="3289680" cy="1369440"/>
          </a:xfrm>
          <a:prstGeom prst="rect">
            <a:avLst/>
          </a:prstGeom>
          <a:solidFill>
            <a:srgbClr val="f5f5f5"/>
          </a:solidFill>
          <a:ln w="12700">
            <a:solidFill>
              <a:srgbClr val="cccccc"/>
            </a:solidFill>
            <a:round/>
          </a:ln>
        </p:spPr>
        <p:style>
          <a:lnRef idx="0"/>
          <a:fillRef idx="0"/>
          <a:effectRef idx="0"/>
          <a:fontRef idx="minor"/>
        </p:style>
      </p:sp>
      <p:sp>
        <p:nvSpPr>
          <p:cNvPr id="172" name="Text 6"/>
          <p:cNvSpPr/>
          <p:nvPr/>
        </p:nvSpPr>
        <p:spPr>
          <a:xfrm>
            <a:off x="5669280" y="2743200"/>
            <a:ext cx="3106800" cy="363600"/>
          </a:xfrm>
          <a:prstGeom prst="rect">
            <a:avLst/>
          </a:prstGeom>
          <a:noFill/>
          <a:ln w="0">
            <a:noFill/>
          </a:ln>
        </p:spPr>
        <p:style>
          <a:lnRef idx="0"/>
          <a:fillRef idx="0"/>
          <a:effectRef idx="0"/>
          <a:fontRef idx="minor"/>
        </p:style>
        <p:txBody>
          <a:bodyPr lIns="90000" rIns="90000" tIns="45000" bIns="45000" anchor="ctr">
            <a:noAutofit/>
          </a:bodyPr>
          <a:p>
            <a:pPr>
              <a:lnSpc>
                <a:spcPct val="100000"/>
              </a:lnSpc>
              <a:buNone/>
              <a:tabLst>
                <a:tab algn="l" pos="0"/>
              </a:tabLst>
            </a:pPr>
            <a:r>
              <a:rPr b="1" lang="fr-FR" sz="1000" spc="-1" strike="noStrike">
                <a:solidFill>
                  <a:srgbClr val="1e3a5f"/>
                </a:solidFill>
                <a:latin typeface="Calibri"/>
                <a:ea typeface="DejaVu Sans"/>
              </a:rPr>
              <a:t>ABM vs Baseline</a:t>
            </a:r>
            <a:endParaRPr b="0" lang="fr-FR" sz="1000" spc="-1" strike="noStrike">
              <a:latin typeface="Arial"/>
            </a:endParaRPr>
          </a:p>
          <a:p>
            <a:pPr>
              <a:lnSpc>
                <a:spcPct val="100000"/>
              </a:lnSpc>
              <a:buNone/>
              <a:tabLst>
                <a:tab algn="l" pos="0"/>
              </a:tabLst>
            </a:pPr>
            <a:r>
              <a:rPr b="1" lang="fr-FR" sz="1000" spc="-1" strike="noStrike">
                <a:solidFill>
                  <a:srgbClr val="1e3a5f"/>
                </a:solidFill>
                <a:latin typeface="Calibri"/>
                <a:ea typeface="DejaVu Sans"/>
              </a:rPr>
              <a:t>(overlapping debates only)</a:t>
            </a:r>
            <a:endParaRPr b="0" lang="fr-FR" sz="1000" spc="-1" strike="noStrike">
              <a:latin typeface="Arial"/>
            </a:endParaRPr>
          </a:p>
        </p:txBody>
      </p:sp>
      <p:sp>
        <p:nvSpPr>
          <p:cNvPr id="173" name="Text 7"/>
          <p:cNvSpPr/>
          <p:nvPr/>
        </p:nvSpPr>
        <p:spPr>
          <a:xfrm>
            <a:off x="5669280" y="3127320"/>
            <a:ext cx="3106800" cy="912240"/>
          </a:xfrm>
          <a:prstGeom prst="rect">
            <a:avLst/>
          </a:prstGeom>
          <a:noFill/>
          <a:ln w="0">
            <a:noFill/>
          </a:ln>
        </p:spPr>
        <p:style>
          <a:lnRef idx="0"/>
          <a:fillRef idx="0"/>
          <a:effectRef idx="0"/>
          <a:fontRef idx="minor"/>
        </p:style>
        <p:txBody>
          <a:bodyPr lIns="90000" rIns="90000" tIns="45000" bIns="45000" anchor="ctr">
            <a:noAutofit/>
          </a:bodyPr>
          <a:p>
            <a:pPr>
              <a:lnSpc>
                <a:spcPct val="100000"/>
              </a:lnSpc>
              <a:buNone/>
              <a:tabLst>
                <a:tab algn="l" pos="0"/>
              </a:tabLst>
            </a:pPr>
            <a:r>
              <a:rPr b="0" lang="fr-FR" sz="900" spc="-1" strike="noStrike">
                <a:solidFill>
                  <a:srgbClr val="333333"/>
                </a:solidFill>
                <a:latin typeface="Calibri"/>
                <a:ea typeface="DejaVu Sans"/>
              </a:rPr>
              <a:t>Clustering mean MAE: 0.096</a:t>
            </a:r>
            <a:endParaRPr b="0" lang="fr-FR" sz="900" spc="-1" strike="noStrike">
              <a:latin typeface="Arial"/>
            </a:endParaRPr>
          </a:p>
          <a:p>
            <a:pPr>
              <a:lnSpc>
                <a:spcPct val="100000"/>
              </a:lnSpc>
              <a:buNone/>
              <a:tabLst>
                <a:tab algn="l" pos="0"/>
              </a:tabLst>
            </a:pPr>
            <a:r>
              <a:rPr b="0" lang="fr-FR" sz="900" spc="-1" strike="noStrike">
                <a:solidFill>
                  <a:srgbClr val="333333"/>
                </a:solidFill>
                <a:latin typeface="Calibri"/>
                <a:ea typeface="DejaVu Sans"/>
              </a:rPr>
              <a:t>Consensus mean MAE: 0.129</a:t>
            </a:r>
            <a:endParaRPr b="0" lang="fr-FR" sz="900" spc="-1" strike="noStrike">
              <a:latin typeface="Arial"/>
            </a:endParaRPr>
          </a:p>
          <a:p>
            <a:pPr>
              <a:lnSpc>
                <a:spcPct val="100000"/>
              </a:lnSpc>
              <a:buNone/>
              <a:tabLst>
                <a:tab algn="l" pos="0"/>
              </a:tabLst>
            </a:pPr>
            <a:r>
              <a:rPr b="0" lang="fr-FR" sz="900" spc="-1" strike="noStrike">
                <a:solidFill>
                  <a:srgbClr val="333333"/>
                </a:solidFill>
                <a:latin typeface="Calibri"/>
                <a:ea typeface="DejaVu Sans"/>
              </a:rPr>
              <a:t>Bipolarization mean MAE: 0.136</a:t>
            </a:r>
            <a:endParaRPr b="0" lang="fr-FR" sz="900" spc="-1" strike="noStrike">
              <a:latin typeface="Arial"/>
            </a:endParaRPr>
          </a:p>
          <a:p>
            <a:pPr>
              <a:lnSpc>
                <a:spcPct val="100000"/>
              </a:lnSpc>
              <a:buNone/>
              <a:tabLst>
                <a:tab algn="l" pos="0"/>
              </a:tabLst>
            </a:pPr>
            <a:r>
              <a:rPr b="0" lang="fr-FR" sz="900" spc="-1" strike="noStrike">
                <a:solidFill>
                  <a:srgbClr val="333333"/>
                </a:solidFill>
                <a:latin typeface="Calibri"/>
                <a:ea typeface="DejaVu Sans"/>
              </a:rPr>
              <a:t>Baseline mean MAE: 0.038</a:t>
            </a:r>
            <a:endParaRPr b="0" lang="fr-FR" sz="900" spc="-1" strike="noStrike">
              <a:latin typeface="Arial"/>
            </a:endParaRPr>
          </a:p>
          <a:p>
            <a:pPr>
              <a:lnSpc>
                <a:spcPct val="100000"/>
              </a:lnSpc>
              <a:buNone/>
              <a:tabLst>
                <a:tab algn="l" pos="0"/>
              </a:tabLst>
            </a:pPr>
            <a:r>
              <a:rPr b="0" lang="fr-FR" sz="900" spc="-1" strike="noStrike">
                <a:solidFill>
                  <a:srgbClr val="333333"/>
                </a:solidFill>
                <a:latin typeface="Calibri"/>
                <a:ea typeface="DejaVu Sans"/>
              </a:rPr>
              <a:t>→ </a:t>
            </a:r>
            <a:r>
              <a:rPr b="0" lang="fr-FR" sz="900" spc="-1" strike="noStrike">
                <a:solidFill>
                  <a:srgbClr val="333333"/>
                </a:solidFill>
                <a:latin typeface="Calibri"/>
                <a:ea typeface="DejaVu Sans"/>
              </a:rPr>
              <a:t>No model beats baseline on average</a:t>
            </a:r>
            <a:endParaRPr b="0" lang="fr-FR" sz="900" spc="-1" strike="noStrike">
              <a:latin typeface="Arial"/>
            </a:endParaRPr>
          </a:p>
        </p:txBody>
      </p:sp>
      <p:sp>
        <p:nvSpPr>
          <p:cNvPr id="174" name="Text 8"/>
          <p:cNvSpPr/>
          <p:nvPr/>
        </p:nvSpPr>
        <p:spPr>
          <a:xfrm>
            <a:off x="274320" y="4114800"/>
            <a:ext cx="8593200" cy="802440"/>
          </a:xfrm>
          <a:prstGeom prst="rect">
            <a:avLst/>
          </a:prstGeom>
          <a:noFill/>
          <a:ln w="0">
            <a:noFill/>
          </a:ln>
        </p:spPr>
        <p:style>
          <a:lnRef idx="0"/>
          <a:fillRef idx="0"/>
          <a:effectRef idx="0"/>
          <a:fontRef idx="minor"/>
        </p:style>
        <p:txBody>
          <a:bodyPr lIns="90000" rIns="90000" tIns="45000" bIns="45000" anchor="ctr">
            <a:noAutofit/>
          </a:bodyPr>
          <a:p>
            <a:pPr>
              <a:lnSpc>
                <a:spcPct val="100000"/>
              </a:lnSpc>
              <a:buNone/>
              <a:tabLst>
                <a:tab algn="l" pos="0"/>
              </a:tabLst>
            </a:pPr>
            <a:r>
              <a:rPr b="0" lang="fr-FR" sz="1000" spc="-1" strike="noStrike">
                <a:solidFill>
                  <a:srgbClr val="333333"/>
                </a:solidFill>
                <a:latin typeface="Calibri"/>
                <a:ea typeface="DejaVu Sans"/>
              </a:rPr>
              <a:t>Interpretation: The no-change baseline (MAE=0.038) outperforms all social influence models on average. This is an important negative result — adding social dynamics does not improve prediction on these data without further calibration.</a:t>
            </a:r>
            <a:endParaRPr b="0" lang="fr-FR" sz="1000" spc="-1" strike="noStrike">
              <a:latin typeface="Arial"/>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75" name="Shape 0"/>
          <p:cNvSpPr/>
          <p:nvPr/>
        </p:nvSpPr>
        <p:spPr>
          <a:xfrm>
            <a:off x="0" y="0"/>
            <a:ext cx="9141840" cy="363600"/>
          </a:xfrm>
          <a:prstGeom prst="rect">
            <a:avLst/>
          </a:prstGeom>
          <a:solidFill>
            <a:srgbClr val="1e3a5f"/>
          </a:solidFill>
          <a:ln w="12700">
            <a:solidFill>
              <a:srgbClr val="1e3a5f"/>
            </a:solidFill>
            <a:round/>
          </a:ln>
        </p:spPr>
        <p:style>
          <a:lnRef idx="0"/>
          <a:fillRef idx="0"/>
          <a:effectRef idx="0"/>
          <a:fontRef idx="minor"/>
        </p:style>
      </p:sp>
      <p:sp>
        <p:nvSpPr>
          <p:cNvPr id="176" name="Text 1"/>
          <p:cNvSpPr/>
          <p:nvPr/>
        </p:nvSpPr>
        <p:spPr>
          <a:xfrm>
            <a:off x="182880" y="0"/>
            <a:ext cx="8776080" cy="363600"/>
          </a:xfrm>
          <a:prstGeom prst="rect">
            <a:avLst/>
          </a:prstGeom>
          <a:noFill/>
          <a:ln w="0">
            <a:noFill/>
          </a:ln>
        </p:spPr>
        <p:style>
          <a:lnRef idx="0"/>
          <a:fillRef idx="0"/>
          <a:effectRef idx="0"/>
          <a:fontRef idx="minor"/>
        </p:style>
        <p:txBody>
          <a:bodyPr lIns="0" rIns="0" tIns="0" bIns="0" anchor="ctr">
            <a:noAutofit/>
          </a:bodyPr>
          <a:p>
            <a:pPr>
              <a:lnSpc>
                <a:spcPct val="100000"/>
              </a:lnSpc>
              <a:buNone/>
              <a:tabLst>
                <a:tab algn="l" pos="0"/>
              </a:tabLst>
            </a:pPr>
            <a:r>
              <a:rPr b="1" lang="fr-FR" sz="1000" spc="-1" strike="noStrike">
                <a:solidFill>
                  <a:srgbClr val="ffffff"/>
                </a:solidFill>
                <a:latin typeface="Calibri"/>
                <a:ea typeface="DejaVu Sans"/>
              </a:rPr>
              <a:t>BATCH LEVEL — PARAMETER SENSITIVITY (RQ1)</a:t>
            </a:r>
            <a:endParaRPr b="0" lang="fr-FR" sz="1000" spc="-1" strike="noStrike">
              <a:latin typeface="Arial"/>
            </a:endParaRPr>
          </a:p>
        </p:txBody>
      </p:sp>
      <p:sp>
        <p:nvSpPr>
          <p:cNvPr id="177" name="Text 2"/>
          <p:cNvSpPr/>
          <p:nvPr/>
        </p:nvSpPr>
        <p:spPr>
          <a:xfrm>
            <a:off x="274320" y="457200"/>
            <a:ext cx="8593200" cy="546480"/>
          </a:xfrm>
          <a:prstGeom prst="rect">
            <a:avLst/>
          </a:prstGeom>
          <a:noFill/>
          <a:ln w="0">
            <a:noFill/>
          </a:ln>
        </p:spPr>
        <p:style>
          <a:lnRef idx="0"/>
          <a:fillRef idx="0"/>
          <a:effectRef idx="0"/>
          <a:fontRef idx="minor"/>
        </p:style>
        <p:txBody>
          <a:bodyPr lIns="90000" rIns="90000" tIns="45000" bIns="45000" anchor="ctr">
            <a:noAutofit/>
          </a:bodyPr>
          <a:p>
            <a:pPr>
              <a:lnSpc>
                <a:spcPct val="100000"/>
              </a:lnSpc>
              <a:buNone/>
              <a:tabLst>
                <a:tab algn="l" pos="0"/>
              </a:tabLst>
            </a:pPr>
            <a:r>
              <a:rPr b="1" lang="fr-FR" sz="2000" spc="-1" strike="noStrike">
                <a:solidFill>
                  <a:srgbClr val="1e3a5f"/>
                </a:solidFill>
                <a:latin typeface="Calibri"/>
                <a:ea typeface="DejaVu Sans"/>
              </a:rPr>
              <a:t>Parameter Correlations with MAE</a:t>
            </a:r>
            <a:endParaRPr b="0" lang="fr-FR" sz="2000" spc="-1" strike="noStrike">
              <a:latin typeface="Arial"/>
            </a:endParaRPr>
          </a:p>
        </p:txBody>
      </p:sp>
      <p:sp>
        <p:nvSpPr>
          <p:cNvPr id="178" name="Shape 3"/>
          <p:cNvSpPr/>
          <p:nvPr/>
        </p:nvSpPr>
        <p:spPr>
          <a:xfrm>
            <a:off x="274320" y="1023840"/>
            <a:ext cx="8595360" cy="360"/>
          </a:xfrm>
          <a:prstGeom prst="line">
            <a:avLst/>
          </a:prstGeom>
          <a:ln w="12700">
            <a:solidFill>
              <a:srgbClr val="1e3a5f"/>
            </a:solidFill>
            <a:round/>
          </a:ln>
        </p:spPr>
        <p:style>
          <a:lnRef idx="0"/>
          <a:fillRef idx="0"/>
          <a:effectRef idx="0"/>
          <a:fontRef idx="minor"/>
        </p:style>
      </p:sp>
      <p:graphicFrame>
        <p:nvGraphicFramePr>
          <p:cNvPr id="179" name="Table 0"/>
          <p:cNvGraphicFramePr/>
          <p:nvPr/>
        </p:nvGraphicFramePr>
        <p:xfrm>
          <a:off x="274320" y="1143000"/>
          <a:ext cx="8229240" cy="0"/>
        </p:xfrm>
        <a:graphic>
          <a:graphicData uri="http://schemas.openxmlformats.org/drawingml/2006/table">
            <a:tbl>
              <a:tblPr/>
              <a:tblGrid>
                <a:gridCol w="1463040"/>
                <a:gridCol w="914400"/>
                <a:gridCol w="1463040"/>
                <a:gridCol w="1463040"/>
                <a:gridCol w="1463040"/>
                <a:gridCol w="1463040"/>
              </a:tblGrid>
              <a:tr h="0">
                <a:tc>
                  <a:txBody>
                    <a:bodyPr anchor="t">
                      <a:noAutofit/>
                    </a:bodyPr>
                    <a:p>
                      <a:pPr algn="ctr">
                        <a:lnSpc>
                          <a:spcPct val="100000"/>
                        </a:lnSpc>
                        <a:buNone/>
                        <a:tabLst>
                          <a:tab algn="l" pos="0"/>
                        </a:tabLst>
                      </a:pPr>
                      <a:r>
                        <a:rPr b="1" lang="fr-FR" sz="900" spc="-1" strike="noStrike">
                          <a:solidFill>
                            <a:srgbClr val="ffffff"/>
                          </a:solidFill>
                          <a:latin typeface="Calibri"/>
                        </a:rPr>
                        <a:t>Model Type</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1e3a5f"/>
                    </a:solidFill>
                  </a:tcPr>
                </a:tc>
                <a:tc>
                  <a:txBody>
                    <a:bodyPr anchor="t">
                      <a:noAutofit/>
                    </a:bodyPr>
                    <a:p>
                      <a:pPr algn="ctr">
                        <a:lnSpc>
                          <a:spcPct val="100000"/>
                        </a:lnSpc>
                        <a:buNone/>
                        <a:tabLst>
                          <a:tab algn="l" pos="0"/>
                        </a:tabLst>
                      </a:pPr>
                      <a:r>
                        <a:rPr b="1" lang="en-US" sz="900" spc="-1" strike="noStrike">
                          <a:solidFill>
                            <a:srgbClr val="ffffff"/>
                          </a:solidFill>
                          <a:latin typeface="Calibri"/>
                        </a:rPr>
                        <a:t>Use Distinct</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1e3a5f"/>
                    </a:solidFill>
                  </a:tcPr>
                </a:tc>
                <a:tc>
                  <a:txBody>
                    <a:bodyPr anchor="t">
                      <a:noAutofit/>
                    </a:bodyPr>
                    <a:p>
                      <a:pPr algn="ctr">
                        <a:lnSpc>
                          <a:spcPct val="100000"/>
                        </a:lnSpc>
                        <a:buNone/>
                        <a:tabLst>
                          <a:tab algn="l" pos="0"/>
                        </a:tabLst>
                      </a:pPr>
                      <a:r>
                        <a:rPr b="1" lang="en-US" sz="900" spc="-1" strike="noStrike">
                          <a:solidFill>
                            <a:srgbClr val="ffffff"/>
                          </a:solidFill>
                          <a:latin typeface="Calibri"/>
                        </a:rPr>
                        <a:t>r(convergence_rate)</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1e3a5f"/>
                    </a:solidFill>
                  </a:tcPr>
                </a:tc>
                <a:tc>
                  <a:txBody>
                    <a:bodyPr anchor="t">
                      <a:noAutofit/>
                    </a:bodyPr>
                    <a:p>
                      <a:pPr algn="ctr">
                        <a:lnSpc>
                          <a:spcPct val="100000"/>
                        </a:lnSpc>
                        <a:buNone/>
                        <a:tabLst>
                          <a:tab algn="l" pos="0"/>
                        </a:tabLst>
                      </a:pPr>
                      <a:r>
                        <a:rPr b="1" lang="en-US" sz="900" spc="-1" strike="noStrike">
                          <a:solidFill>
                            <a:srgbClr val="ffffff"/>
                          </a:solidFill>
                          <a:latin typeface="Calibri"/>
                        </a:rPr>
                        <a:t>r(confidence_threshold)</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1e3a5f"/>
                    </a:solidFill>
                  </a:tcPr>
                </a:tc>
                <a:tc>
                  <a:txBody>
                    <a:bodyPr anchor="t">
                      <a:noAutofit/>
                    </a:bodyPr>
                    <a:p>
                      <a:pPr algn="ctr">
                        <a:lnSpc>
                          <a:spcPct val="100000"/>
                        </a:lnSpc>
                        <a:buNone/>
                        <a:tabLst>
                          <a:tab algn="l" pos="0"/>
                        </a:tabLst>
                      </a:pPr>
                      <a:r>
                        <a:rPr b="1" lang="en-US" sz="900" spc="-1" strike="noStrike">
                          <a:solidFill>
                            <a:srgbClr val="ffffff"/>
                          </a:solidFill>
                          <a:latin typeface="Calibri"/>
                        </a:rPr>
                        <a:t>r(repulsion_strength)</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1e3a5f"/>
                    </a:solidFill>
                  </a:tcPr>
                </a:tc>
                <a:tc>
                  <a:txBody>
                    <a:bodyPr anchor="t">
                      <a:noAutofit/>
                    </a:bodyPr>
                    <a:p>
                      <a:pPr algn="ctr">
                        <a:lnSpc>
                          <a:spcPct val="100000"/>
                        </a:lnSpc>
                        <a:buNone/>
                        <a:tabLst>
                          <a:tab algn="l" pos="0"/>
                        </a:tabLst>
                      </a:pPr>
                      <a:r>
                        <a:rPr b="1" lang="en-US" sz="900" spc="-1" strike="noStrike">
                          <a:solidFill>
                            <a:srgbClr val="ffffff"/>
                          </a:solidFill>
                          <a:latin typeface="Calibri"/>
                        </a:rPr>
                        <a:t>r(repulsion_threshold)</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1e3a5f"/>
                    </a:solidFill>
                  </a:tcPr>
                </a:tc>
              </a:tr>
              <a:tr h="0">
                <a:tc>
                  <a:txBody>
                    <a:bodyPr anchor="t">
                      <a:noAutofit/>
                    </a:bodyPr>
                    <a:p>
                      <a:pPr algn="ctr">
                        <a:lnSpc>
                          <a:spcPct val="100000"/>
                        </a:lnSpc>
                        <a:buNone/>
                        <a:tabLst>
                          <a:tab algn="l" pos="0"/>
                        </a:tabLst>
                      </a:pPr>
                      <a:r>
                        <a:rPr b="0" lang="en-US" sz="900" spc="-1" strike="noStrike">
                          <a:solidFill>
                            <a:srgbClr val="333333"/>
                          </a:solidFill>
                          <a:latin typeface="Calibri"/>
                        </a:rPr>
                        <a:t>bipolarization</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false</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0.030</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-0.522 ***</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-0.522 ***</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r>
              <a:tr h="0">
                <a:tc>
                  <a:txBody>
                    <a:bodyPr anchor="t">
                      <a:noAutofit/>
                    </a:bodyPr>
                    <a:p>
                      <a:pPr algn="ctr">
                        <a:lnSpc>
                          <a:spcPct val="100000"/>
                        </a:lnSpc>
                        <a:buNone/>
                        <a:tabLst>
                          <a:tab algn="l" pos="0"/>
                        </a:tabLst>
                      </a:pPr>
                      <a:r>
                        <a:rPr b="0" lang="en-US" sz="900" spc="-1" strike="noStrike">
                          <a:solidFill>
                            <a:srgbClr val="333333"/>
                          </a:solidFill>
                          <a:latin typeface="Calibri"/>
                        </a:rPr>
                        <a:t>clustering</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false</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-0.089</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N/A</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N/A</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r>
              <a:tr h="0">
                <a:tc>
                  <a:txBody>
                    <a:bodyPr anchor="t">
                      <a:noAutofit/>
                    </a:bodyPr>
                    <a:p>
                      <a:pPr algn="ctr">
                        <a:lnSpc>
                          <a:spcPct val="100000"/>
                        </a:lnSpc>
                        <a:buNone/>
                        <a:tabLst>
                          <a:tab algn="l" pos="0"/>
                        </a:tabLst>
                      </a:pPr>
                      <a:r>
                        <a:rPr b="0" lang="en-US" sz="900" spc="-1" strike="noStrike">
                          <a:solidFill>
                            <a:srgbClr val="333333"/>
                          </a:solidFill>
                          <a:latin typeface="Calibri"/>
                        </a:rPr>
                        <a:t>consensus</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false</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0.314 ***</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N/A</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N/A</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N/A</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r>
              <a:tr h="0">
                <a:tc>
                  <a:txBody>
                    <a:bodyPr anchor="t">
                      <a:noAutofit/>
                    </a:bodyPr>
                    <a:p>
                      <a:pPr algn="ctr">
                        <a:lnSpc>
                          <a:spcPct val="100000"/>
                        </a:lnSpc>
                        <a:buNone/>
                        <a:tabLst>
                          <a:tab algn="l" pos="0"/>
                        </a:tabLst>
                      </a:pPr>
                      <a:r>
                        <a:rPr b="0" lang="en-US" sz="900" spc="-1" strike="noStrike">
                          <a:solidFill>
                            <a:srgbClr val="333333"/>
                          </a:solidFill>
                          <a:latin typeface="Calibri"/>
                        </a:rPr>
                        <a:t>no_change</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false</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0.000</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N/A</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N/A</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N/A</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r>
            </a:tbl>
          </a:graphicData>
        </a:graphic>
      </p:graphicFrame>
      <p:sp>
        <p:nvSpPr>
          <p:cNvPr id="180" name="Text 4"/>
          <p:cNvSpPr/>
          <p:nvPr/>
        </p:nvSpPr>
        <p:spPr>
          <a:xfrm>
            <a:off x="274320" y="2331720"/>
            <a:ext cx="8593200" cy="272160"/>
          </a:xfrm>
          <a:prstGeom prst="rect">
            <a:avLst/>
          </a:prstGeom>
          <a:noFill/>
          <a:ln w="0">
            <a:noFill/>
          </a:ln>
        </p:spPr>
        <p:style>
          <a:lnRef idx="0"/>
          <a:fillRef idx="0"/>
          <a:effectRef idx="0"/>
          <a:fontRef idx="minor"/>
        </p:style>
        <p:txBody>
          <a:bodyPr lIns="90000" rIns="90000" tIns="45000" bIns="45000" anchor="ctr">
            <a:noAutofit/>
          </a:bodyPr>
          <a:p>
            <a:pPr>
              <a:lnSpc>
                <a:spcPct val="100000"/>
              </a:lnSpc>
              <a:buNone/>
              <a:tabLst>
                <a:tab algn="l" pos="0"/>
              </a:tabLst>
            </a:pPr>
            <a:r>
              <a:rPr b="0" i="1" lang="fr-FR" sz="900" spc="-1" strike="noStrike">
                <a:solidFill>
                  <a:srgbClr val="666666"/>
                </a:solidFill>
                <a:latin typeface="Calibri"/>
                <a:ea typeface="DejaVu Sans"/>
              </a:rPr>
              <a:t>Note: *** p&lt;0.001 (approximate). N/A = parameter not varied or not applicable for this model.</a:t>
            </a:r>
            <a:endParaRPr b="0" lang="fr-FR" sz="900" spc="-1" strike="noStrike">
              <a:latin typeface="Arial"/>
            </a:endParaRPr>
          </a:p>
        </p:txBody>
      </p:sp>
      <p:sp>
        <p:nvSpPr>
          <p:cNvPr id="181" name="Text 5"/>
          <p:cNvSpPr/>
          <p:nvPr/>
        </p:nvSpPr>
        <p:spPr>
          <a:xfrm>
            <a:off x="274320" y="2697480"/>
            <a:ext cx="8593200" cy="272160"/>
          </a:xfrm>
          <a:prstGeom prst="rect">
            <a:avLst/>
          </a:prstGeom>
          <a:noFill/>
          <a:ln w="0">
            <a:noFill/>
          </a:ln>
        </p:spPr>
        <p:style>
          <a:lnRef idx="0"/>
          <a:fillRef idx="0"/>
          <a:effectRef idx="0"/>
          <a:fontRef idx="minor"/>
        </p:style>
        <p:txBody>
          <a:bodyPr lIns="90000" rIns="90000" tIns="45000" bIns="45000" anchor="ctr">
            <a:noAutofit/>
          </a:bodyPr>
          <a:p>
            <a:pPr>
              <a:lnSpc>
                <a:spcPct val="100000"/>
              </a:lnSpc>
              <a:buNone/>
              <a:tabLst>
                <a:tab algn="l" pos="0"/>
              </a:tabLst>
            </a:pPr>
            <a:r>
              <a:rPr b="1" lang="fr-FR" sz="1100" spc="-1" strike="noStrike">
                <a:solidFill>
                  <a:srgbClr val="1e3a5f"/>
                </a:solidFill>
                <a:latin typeface="Calibri"/>
                <a:ea typeface="DejaVu Sans"/>
              </a:rPr>
              <a:t>Best Parameter Sets Per Model</a:t>
            </a:r>
            <a:endParaRPr b="0" lang="fr-FR" sz="1100" spc="-1" strike="noStrike">
              <a:latin typeface="Arial"/>
            </a:endParaRPr>
          </a:p>
        </p:txBody>
      </p:sp>
      <p:graphicFrame>
        <p:nvGraphicFramePr>
          <p:cNvPr id="182" name="Table 1"/>
          <p:cNvGraphicFramePr/>
          <p:nvPr/>
        </p:nvGraphicFramePr>
        <p:xfrm>
          <a:off x="274320" y="3017520"/>
          <a:ext cx="7680600" cy="0"/>
        </p:xfrm>
        <a:graphic>
          <a:graphicData uri="http://schemas.openxmlformats.org/drawingml/2006/table">
            <a:tbl>
              <a:tblPr/>
              <a:tblGrid>
                <a:gridCol w="1371600"/>
                <a:gridCol w="822960"/>
                <a:gridCol w="914400"/>
                <a:gridCol w="1005840"/>
                <a:gridCol w="914400"/>
                <a:gridCol w="731520"/>
                <a:gridCol w="640080"/>
                <a:gridCol w="1280160"/>
              </a:tblGrid>
              <a:tr h="0">
                <a:tc>
                  <a:txBody>
                    <a:bodyPr anchor="t">
                      <a:noAutofit/>
                    </a:bodyPr>
                    <a:p>
                      <a:pPr algn="ctr">
                        <a:lnSpc>
                          <a:spcPct val="100000"/>
                        </a:lnSpc>
                        <a:buNone/>
                        <a:tabLst>
                          <a:tab algn="l" pos="0"/>
                        </a:tabLst>
                      </a:pPr>
                      <a:r>
                        <a:rPr b="1" lang="fr-FR" sz="900" spc="-1" strike="noStrike">
                          <a:solidFill>
                            <a:srgbClr val="ffffff"/>
                          </a:solidFill>
                          <a:latin typeface="Calibri"/>
                        </a:rPr>
                        <a:t>Model Type</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1e3a5f"/>
                    </a:solidFill>
                  </a:tcPr>
                </a:tc>
                <a:tc>
                  <a:txBody>
                    <a:bodyPr anchor="t">
                      <a:noAutofit/>
                    </a:bodyPr>
                    <a:p>
                      <a:pPr algn="ctr">
                        <a:lnSpc>
                          <a:spcPct val="100000"/>
                        </a:lnSpc>
                        <a:buNone/>
                        <a:tabLst>
                          <a:tab algn="l" pos="0"/>
                        </a:tabLst>
                      </a:pPr>
                      <a:r>
                        <a:rPr b="1" lang="en-US" sz="900" spc="-1" strike="noStrike">
                          <a:solidFill>
                            <a:srgbClr val="ffffff"/>
                          </a:solidFill>
                          <a:latin typeface="Calibri"/>
                        </a:rPr>
                        <a:t>conv_rate</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1e3a5f"/>
                    </a:solidFill>
                  </a:tcPr>
                </a:tc>
                <a:tc>
                  <a:txBody>
                    <a:bodyPr anchor="t">
                      <a:noAutofit/>
                    </a:bodyPr>
                    <a:p>
                      <a:pPr algn="ctr">
                        <a:lnSpc>
                          <a:spcPct val="100000"/>
                        </a:lnSpc>
                        <a:buNone/>
                        <a:tabLst>
                          <a:tab algn="l" pos="0"/>
                        </a:tabLst>
                      </a:pPr>
                      <a:r>
                        <a:rPr b="1" lang="en-US" sz="900" spc="-1" strike="noStrike">
                          <a:solidFill>
                            <a:srgbClr val="ffffff"/>
                          </a:solidFill>
                          <a:latin typeface="Calibri"/>
                        </a:rPr>
                        <a:t>conf_thresh</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1e3a5f"/>
                    </a:solidFill>
                  </a:tcPr>
                </a:tc>
                <a:tc>
                  <a:txBody>
                    <a:bodyPr anchor="t">
                      <a:noAutofit/>
                    </a:bodyPr>
                    <a:p>
                      <a:pPr algn="ctr">
                        <a:lnSpc>
                          <a:spcPct val="100000"/>
                        </a:lnSpc>
                        <a:buNone/>
                        <a:tabLst>
                          <a:tab algn="l" pos="0"/>
                        </a:tabLst>
                      </a:pPr>
                      <a:r>
                        <a:rPr b="1" lang="en-US" sz="900" spc="-1" strike="noStrike">
                          <a:solidFill>
                            <a:srgbClr val="ffffff"/>
                          </a:solidFill>
                          <a:latin typeface="Calibri"/>
                        </a:rPr>
                        <a:t>repulsion_thresh</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1e3a5f"/>
                    </a:solidFill>
                  </a:tcPr>
                </a:tc>
                <a:tc>
                  <a:txBody>
                    <a:bodyPr anchor="t">
                      <a:noAutofit/>
                    </a:bodyPr>
                    <a:p>
                      <a:pPr algn="ctr">
                        <a:lnSpc>
                          <a:spcPct val="100000"/>
                        </a:lnSpc>
                        <a:buNone/>
                        <a:tabLst>
                          <a:tab algn="l" pos="0"/>
                        </a:tabLst>
                      </a:pPr>
                      <a:r>
                        <a:rPr b="1" lang="en-US" sz="900" spc="-1" strike="noStrike">
                          <a:solidFill>
                            <a:srgbClr val="ffffff"/>
                          </a:solidFill>
                          <a:latin typeface="Calibri"/>
                        </a:rPr>
                        <a:t>repulsion_str</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1e3a5f"/>
                    </a:solidFill>
                  </a:tcPr>
                </a:tc>
                <a:tc>
                  <a:txBody>
                    <a:bodyPr anchor="t">
                      <a:noAutofit/>
                    </a:bodyPr>
                    <a:p>
                      <a:pPr algn="ctr">
                        <a:lnSpc>
                          <a:spcPct val="100000"/>
                        </a:lnSpc>
                        <a:buNone/>
                        <a:tabLst>
                          <a:tab algn="l" pos="0"/>
                        </a:tabLst>
                      </a:pPr>
                      <a:r>
                        <a:rPr b="1" lang="en-US" sz="900" spc="-1" strike="noStrike">
                          <a:solidFill>
                            <a:srgbClr val="ffffff"/>
                          </a:solidFill>
                          <a:latin typeface="Calibri"/>
                        </a:rPr>
                        <a:t>Best MAE</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1e3a5f"/>
                    </a:solidFill>
                  </a:tcPr>
                </a:tc>
                <a:tc>
                  <a:txBody>
                    <a:bodyPr anchor="t">
                      <a:noAutofit/>
                    </a:bodyPr>
                    <a:p>
                      <a:pPr algn="ctr">
                        <a:lnSpc>
                          <a:spcPct val="100000"/>
                        </a:lnSpc>
                        <a:buNone/>
                        <a:tabLst>
                          <a:tab algn="l" pos="0"/>
                        </a:tabLst>
                      </a:pPr>
                      <a:r>
                        <a:rPr b="1" lang="en-US" sz="900" spc="-1" strike="noStrike">
                          <a:solidFill>
                            <a:srgbClr val="ffffff"/>
                          </a:solidFill>
                          <a:latin typeface="Calibri"/>
                        </a:rPr>
                        <a:t>Debate</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1e3a5f"/>
                    </a:solidFill>
                  </a:tcPr>
                </a:tc>
                <a:tc>
                  <a:txBody>
                    <a:bodyPr anchor="t">
                      <a:noAutofit/>
                    </a:bodyPr>
                    <a:p>
                      <a:pPr algn="ctr">
                        <a:lnSpc>
                          <a:spcPct val="100000"/>
                        </a:lnSpc>
                        <a:buNone/>
                        <a:tabLst>
                          <a:tab algn="l" pos="0"/>
                        </a:tabLst>
                      </a:pPr>
                      <a:r>
                        <a:rPr b="1" lang="en-US" sz="900" spc="-1" strike="noStrike">
                          <a:solidFill>
                            <a:srgbClr val="ffffff"/>
                          </a:solidFill>
                          <a:latin typeface="Calibri"/>
                        </a:rPr>
                        <a:t>Condition</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1e3a5f"/>
                    </a:solidFill>
                  </a:tcPr>
                </a:tc>
              </a:tr>
              <a:tr h="0">
                <a:tc>
                  <a:txBody>
                    <a:bodyPr anchor="t">
                      <a:noAutofit/>
                    </a:bodyPr>
                    <a:p>
                      <a:pPr algn="ctr">
                        <a:lnSpc>
                          <a:spcPct val="100000"/>
                        </a:lnSpc>
                        <a:buNone/>
                        <a:tabLst>
                          <a:tab algn="l" pos="0"/>
                        </a:tabLst>
                      </a:pPr>
                      <a:r>
                        <a:rPr b="0" lang="en-US" sz="900" spc="-1" strike="noStrike">
                          <a:solidFill>
                            <a:srgbClr val="333333"/>
                          </a:solidFill>
                          <a:latin typeface="Calibri"/>
                        </a:rPr>
                        <a:t>bipolarization</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0.1</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0.5</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0.6</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0.1</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0.0201</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M26</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heterogeneous</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r>
              <a:tr h="0">
                <a:tc>
                  <a:txBody>
                    <a:bodyPr anchor="t">
                      <a:noAutofit/>
                    </a:bodyPr>
                    <a:p>
                      <a:pPr algn="ctr">
                        <a:lnSpc>
                          <a:spcPct val="100000"/>
                        </a:lnSpc>
                        <a:buNone/>
                        <a:tabLst>
                          <a:tab algn="l" pos="0"/>
                        </a:tabLst>
                      </a:pPr>
                      <a:r>
                        <a:rPr b="0" lang="en-US" sz="900" spc="-1" strike="noStrike">
                          <a:solidFill>
                            <a:srgbClr val="333333"/>
                          </a:solidFill>
                          <a:latin typeface="Calibri"/>
                        </a:rPr>
                        <a:t>clustering</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0.1</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0.5</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0.0162</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M26</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heterogeneous</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r>
              <a:tr h="0">
                <a:tc>
                  <a:txBody>
                    <a:bodyPr anchor="t">
                      <a:noAutofit/>
                    </a:bodyPr>
                    <a:p>
                      <a:pPr algn="ctr">
                        <a:lnSpc>
                          <a:spcPct val="100000"/>
                        </a:lnSpc>
                        <a:buNone/>
                        <a:tabLst>
                          <a:tab algn="l" pos="0"/>
                        </a:tabLst>
                      </a:pPr>
                      <a:r>
                        <a:rPr b="0" lang="en-US" sz="900" spc="-1" strike="noStrike">
                          <a:solidFill>
                            <a:srgbClr val="333333"/>
                          </a:solidFill>
                          <a:latin typeface="Calibri"/>
                        </a:rPr>
                        <a:t>consensus</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0.3</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0.0364</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H15</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homogeneous</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r>
              <a:tr h="0">
                <a:tc>
                  <a:txBody>
                    <a:bodyPr anchor="t">
                      <a:noAutofit/>
                    </a:bodyPr>
                    <a:p>
                      <a:pPr algn="ctr">
                        <a:lnSpc>
                          <a:spcPct val="100000"/>
                        </a:lnSpc>
                        <a:buNone/>
                        <a:tabLst>
                          <a:tab algn="l" pos="0"/>
                        </a:tabLst>
                      </a:pPr>
                      <a:r>
                        <a:rPr b="0" lang="en-US" sz="900" spc="-1" strike="noStrike">
                          <a:solidFill>
                            <a:srgbClr val="333333"/>
                          </a:solidFill>
                          <a:latin typeface="Calibri"/>
                        </a:rPr>
                        <a:t>no_change</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0.0156</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M1</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heterogeneous</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r>
            </a:tbl>
          </a:graphicData>
        </a:graphic>
      </p:graphicFrame>
      <p:sp>
        <p:nvSpPr>
          <p:cNvPr id="183" name="Text 6"/>
          <p:cNvSpPr/>
          <p:nvPr/>
        </p:nvSpPr>
        <p:spPr>
          <a:xfrm>
            <a:off x="274320" y="4160520"/>
            <a:ext cx="8593200" cy="775080"/>
          </a:xfrm>
          <a:prstGeom prst="rect">
            <a:avLst/>
          </a:prstGeom>
          <a:noFill/>
          <a:ln w="0">
            <a:noFill/>
          </a:ln>
        </p:spPr>
        <p:style>
          <a:lnRef idx="0"/>
          <a:fillRef idx="0"/>
          <a:effectRef idx="0"/>
          <a:fontRef idx="minor"/>
        </p:style>
        <p:txBody>
          <a:bodyPr lIns="90000" rIns="90000" tIns="45000" bIns="45000" anchor="ctr">
            <a:noAutofit/>
          </a:bodyPr>
          <a:p>
            <a:pPr>
              <a:lnSpc>
                <a:spcPct val="100000"/>
              </a:lnSpc>
              <a:buNone/>
              <a:tabLst>
                <a:tab algn="l" pos="0"/>
              </a:tabLst>
            </a:pPr>
            <a:r>
              <a:rPr b="0" lang="fr-FR" sz="1000" spc="-1" strike="noStrike">
                <a:solidFill>
                  <a:srgbClr val="333333"/>
                </a:solidFill>
                <a:latin typeface="Calibri"/>
                <a:ea typeface="DejaVu Sans"/>
              </a:rPr>
              <a:t>Interpretation: Convergence rate is the key parameter for consensus (r=0.314 — higher rate = worse MAE). For bipolarization, repulsion threshold drives predictions most strongly (r=-0.522). Clustering shows weak parameter sensitivity in this batch.</a:t>
            </a:r>
            <a:endParaRPr b="0" lang="fr-FR" sz="1000" spc="-1" strike="noStrike">
              <a:latin typeface="Arial"/>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84" name="Shape 0"/>
          <p:cNvSpPr/>
          <p:nvPr/>
        </p:nvSpPr>
        <p:spPr>
          <a:xfrm>
            <a:off x="0" y="0"/>
            <a:ext cx="9141840" cy="363600"/>
          </a:xfrm>
          <a:prstGeom prst="rect">
            <a:avLst/>
          </a:prstGeom>
          <a:solidFill>
            <a:srgbClr val="1e3a5f"/>
          </a:solidFill>
          <a:ln w="12700">
            <a:solidFill>
              <a:srgbClr val="1e3a5f"/>
            </a:solidFill>
            <a:round/>
          </a:ln>
        </p:spPr>
        <p:style>
          <a:lnRef idx="0"/>
          <a:fillRef idx="0"/>
          <a:effectRef idx="0"/>
          <a:fontRef idx="minor"/>
        </p:style>
      </p:sp>
      <p:sp>
        <p:nvSpPr>
          <p:cNvPr id="185" name="Text 1"/>
          <p:cNvSpPr/>
          <p:nvPr/>
        </p:nvSpPr>
        <p:spPr>
          <a:xfrm>
            <a:off x="182880" y="0"/>
            <a:ext cx="8776080" cy="363600"/>
          </a:xfrm>
          <a:prstGeom prst="rect">
            <a:avLst/>
          </a:prstGeom>
          <a:noFill/>
          <a:ln w="0">
            <a:noFill/>
          </a:ln>
        </p:spPr>
        <p:style>
          <a:lnRef idx="0"/>
          <a:fillRef idx="0"/>
          <a:effectRef idx="0"/>
          <a:fontRef idx="minor"/>
        </p:style>
        <p:txBody>
          <a:bodyPr lIns="0" rIns="0" tIns="0" bIns="0" anchor="ctr">
            <a:noAutofit/>
          </a:bodyPr>
          <a:p>
            <a:pPr>
              <a:lnSpc>
                <a:spcPct val="100000"/>
              </a:lnSpc>
              <a:buNone/>
              <a:tabLst>
                <a:tab algn="l" pos="0"/>
              </a:tabLst>
            </a:pPr>
            <a:r>
              <a:rPr b="1" lang="fr-FR" sz="1000" spc="-1" strike="noStrike">
                <a:solidFill>
                  <a:srgbClr val="ffffff"/>
                </a:solidFill>
                <a:latin typeface="Calibri"/>
                <a:ea typeface="DejaVu Sans"/>
              </a:rPr>
              <a:t>BATCH LEVEL — DEBATE-LEVEL INSIGHTS</a:t>
            </a:r>
            <a:endParaRPr b="0" lang="fr-FR" sz="1000" spc="-1" strike="noStrike">
              <a:latin typeface="Arial"/>
            </a:endParaRPr>
          </a:p>
        </p:txBody>
      </p:sp>
      <p:sp>
        <p:nvSpPr>
          <p:cNvPr id="186" name="Text 2"/>
          <p:cNvSpPr/>
          <p:nvPr/>
        </p:nvSpPr>
        <p:spPr>
          <a:xfrm>
            <a:off x="274320" y="457200"/>
            <a:ext cx="8593200" cy="546480"/>
          </a:xfrm>
          <a:prstGeom prst="rect">
            <a:avLst/>
          </a:prstGeom>
          <a:noFill/>
          <a:ln w="0">
            <a:noFill/>
          </a:ln>
        </p:spPr>
        <p:style>
          <a:lnRef idx="0"/>
          <a:fillRef idx="0"/>
          <a:effectRef idx="0"/>
          <a:fontRef idx="minor"/>
        </p:style>
        <p:txBody>
          <a:bodyPr lIns="90000" rIns="90000" tIns="45000" bIns="45000" anchor="ctr">
            <a:noAutofit/>
          </a:bodyPr>
          <a:p>
            <a:pPr>
              <a:lnSpc>
                <a:spcPct val="100000"/>
              </a:lnSpc>
              <a:buNone/>
              <a:tabLst>
                <a:tab algn="l" pos="0"/>
              </a:tabLst>
            </a:pPr>
            <a:r>
              <a:rPr b="1" lang="fr-FR" sz="2000" spc="-1" strike="noStrike">
                <a:solidFill>
                  <a:srgbClr val="1e3a5f"/>
                </a:solidFill>
                <a:latin typeface="Calibri"/>
                <a:ea typeface="DejaVu Sans"/>
              </a:rPr>
              <a:t>Hardest &amp; Easiest Debates to Predict</a:t>
            </a:r>
            <a:endParaRPr b="0" lang="fr-FR" sz="2000" spc="-1" strike="noStrike">
              <a:latin typeface="Arial"/>
            </a:endParaRPr>
          </a:p>
        </p:txBody>
      </p:sp>
      <p:sp>
        <p:nvSpPr>
          <p:cNvPr id="187" name="Shape 3"/>
          <p:cNvSpPr/>
          <p:nvPr/>
        </p:nvSpPr>
        <p:spPr>
          <a:xfrm>
            <a:off x="274320" y="1023840"/>
            <a:ext cx="8595360" cy="360"/>
          </a:xfrm>
          <a:prstGeom prst="line">
            <a:avLst/>
          </a:prstGeom>
          <a:ln w="12700">
            <a:solidFill>
              <a:srgbClr val="1e3a5f"/>
            </a:solidFill>
            <a:round/>
          </a:ln>
        </p:spPr>
        <p:style>
          <a:lnRef idx="0"/>
          <a:fillRef idx="0"/>
          <a:effectRef idx="0"/>
          <a:fontRef idx="minor"/>
        </p:style>
      </p:sp>
      <p:sp>
        <p:nvSpPr>
          <p:cNvPr id="188" name="Text 4"/>
          <p:cNvSpPr/>
          <p:nvPr/>
        </p:nvSpPr>
        <p:spPr>
          <a:xfrm>
            <a:off x="274320" y="1143000"/>
            <a:ext cx="4112640" cy="272160"/>
          </a:xfrm>
          <a:prstGeom prst="rect">
            <a:avLst/>
          </a:prstGeom>
          <a:noFill/>
          <a:ln w="0">
            <a:noFill/>
          </a:ln>
        </p:spPr>
        <p:style>
          <a:lnRef idx="0"/>
          <a:fillRef idx="0"/>
          <a:effectRef idx="0"/>
          <a:fontRef idx="minor"/>
        </p:style>
        <p:txBody>
          <a:bodyPr lIns="90000" rIns="90000" tIns="45000" bIns="45000" anchor="ctr">
            <a:noAutofit/>
          </a:bodyPr>
          <a:p>
            <a:pPr>
              <a:lnSpc>
                <a:spcPct val="100000"/>
              </a:lnSpc>
              <a:buNone/>
              <a:tabLst>
                <a:tab algn="l" pos="0"/>
              </a:tabLst>
            </a:pPr>
            <a:r>
              <a:rPr b="1" lang="fr-FR" sz="1100" spc="-1" strike="noStrike">
                <a:solidFill>
                  <a:srgbClr val="1a7a4a"/>
                </a:solidFill>
                <a:latin typeface="Calibri"/>
                <a:ea typeface="DejaVu Sans"/>
              </a:rPr>
              <a:t>Top 5 Easiest Debates</a:t>
            </a:r>
            <a:endParaRPr b="0" lang="fr-FR" sz="1100" spc="-1" strike="noStrike">
              <a:latin typeface="Arial"/>
            </a:endParaRPr>
          </a:p>
        </p:txBody>
      </p:sp>
      <p:graphicFrame>
        <p:nvGraphicFramePr>
          <p:cNvPr id="189" name="Table 0"/>
          <p:cNvGraphicFramePr/>
          <p:nvPr/>
        </p:nvGraphicFramePr>
        <p:xfrm>
          <a:off x="274320" y="1463040"/>
          <a:ext cx="4114440" cy="0"/>
        </p:xfrm>
        <a:graphic>
          <a:graphicData uri="http://schemas.openxmlformats.org/drawingml/2006/table">
            <a:tbl>
              <a:tblPr/>
              <a:tblGrid>
                <a:gridCol w="914400"/>
                <a:gridCol w="1371600"/>
                <a:gridCol w="914400"/>
                <a:gridCol w="914400"/>
              </a:tblGrid>
              <a:tr h="0">
                <a:tc>
                  <a:txBody>
                    <a:bodyPr anchor="t">
                      <a:noAutofit/>
                    </a:bodyPr>
                    <a:p>
                      <a:pPr algn="ctr">
                        <a:lnSpc>
                          <a:spcPct val="100000"/>
                        </a:lnSpc>
                        <a:buNone/>
                        <a:tabLst>
                          <a:tab algn="l" pos="0"/>
                        </a:tabLst>
                      </a:pPr>
                      <a:r>
                        <a:rPr b="1" lang="fr-FR" sz="900" spc="-1" strike="noStrike">
                          <a:solidFill>
                            <a:srgbClr val="ffffff"/>
                          </a:solidFill>
                          <a:latin typeface="Calibri"/>
                        </a:rPr>
                        <a:t>Label</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1e3a5f"/>
                    </a:solidFill>
                  </a:tcPr>
                </a:tc>
                <a:tc>
                  <a:txBody>
                    <a:bodyPr anchor="t">
                      <a:noAutofit/>
                    </a:bodyPr>
                    <a:p>
                      <a:pPr algn="ctr">
                        <a:lnSpc>
                          <a:spcPct val="100000"/>
                        </a:lnSpc>
                        <a:buNone/>
                        <a:tabLst>
                          <a:tab algn="l" pos="0"/>
                        </a:tabLst>
                      </a:pPr>
                      <a:r>
                        <a:rPr b="1" lang="en-US" sz="900" spc="-1" strike="noStrike">
                          <a:solidFill>
                            <a:srgbClr val="ffffff"/>
                          </a:solidFill>
                          <a:latin typeface="Calibri"/>
                        </a:rPr>
                        <a:t>Condition</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1e3a5f"/>
                    </a:solidFill>
                  </a:tcPr>
                </a:tc>
                <a:tc>
                  <a:txBody>
                    <a:bodyPr anchor="t">
                      <a:noAutofit/>
                    </a:bodyPr>
                    <a:p>
                      <a:pPr algn="ctr">
                        <a:lnSpc>
                          <a:spcPct val="100000"/>
                        </a:lnSpc>
                        <a:buNone/>
                        <a:tabLst>
                          <a:tab algn="l" pos="0"/>
                        </a:tabLst>
                      </a:pPr>
                      <a:r>
                        <a:rPr b="1" lang="en-US" sz="900" spc="-1" strike="noStrike">
                          <a:solidFill>
                            <a:srgbClr val="ffffff"/>
                          </a:solidFill>
                          <a:latin typeface="Calibri"/>
                        </a:rPr>
                        <a:t>Mean MAE</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1e3a5f"/>
                    </a:solidFill>
                  </a:tcPr>
                </a:tc>
                <a:tc>
                  <a:txBody>
                    <a:bodyPr anchor="t">
                      <a:noAutofit/>
                    </a:bodyPr>
                    <a:p>
                      <a:pPr algn="ctr">
                        <a:lnSpc>
                          <a:spcPct val="100000"/>
                        </a:lnSpc>
                        <a:buNone/>
                        <a:tabLst>
                          <a:tab algn="l" pos="0"/>
                        </a:tabLst>
                      </a:pPr>
                      <a:r>
                        <a:rPr b="1" lang="en-US" sz="900" spc="-1" strike="noStrike">
                          <a:solidFill>
                            <a:srgbClr val="ffffff"/>
                          </a:solidFill>
                          <a:latin typeface="Calibri"/>
                        </a:rPr>
                        <a:t>Min MAE</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1e3a5f"/>
                    </a:solidFill>
                  </a:tcPr>
                </a:tc>
              </a:tr>
              <a:tr h="0">
                <a:tc>
                  <a:txBody>
                    <a:bodyPr anchor="t">
                      <a:noAutofit/>
                    </a:bodyPr>
                    <a:p>
                      <a:pPr algn="ctr">
                        <a:lnSpc>
                          <a:spcPct val="100000"/>
                        </a:lnSpc>
                        <a:buNone/>
                        <a:tabLst>
                          <a:tab algn="l" pos="0"/>
                        </a:tabLst>
                      </a:pPr>
                      <a:r>
                        <a:rPr b="0" lang="en-US" sz="900" spc="-1" strike="noStrike">
                          <a:solidFill>
                            <a:srgbClr val="333333"/>
                          </a:solidFill>
                          <a:latin typeface="Calibri"/>
                        </a:rPr>
                        <a:t>H15</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homogeneous</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0.0387</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0.0364</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r>
              <a:tr h="0">
                <a:tc>
                  <a:txBody>
                    <a:bodyPr anchor="t">
                      <a:noAutofit/>
                    </a:bodyPr>
                    <a:p>
                      <a:pPr algn="ctr">
                        <a:lnSpc>
                          <a:spcPct val="100000"/>
                        </a:lnSpc>
                        <a:buNone/>
                        <a:tabLst>
                          <a:tab algn="l" pos="0"/>
                        </a:tabLst>
                      </a:pPr>
                      <a:r>
                        <a:rPr b="0" lang="en-US" sz="900" spc="-1" strike="noStrike">
                          <a:solidFill>
                            <a:srgbClr val="333333"/>
                          </a:solidFill>
                          <a:latin typeface="Calibri"/>
                        </a:rPr>
                        <a:t>H14</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homogeneous</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0.0575</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0.0466</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r>
              <a:tr h="0">
                <a:tc>
                  <a:txBody>
                    <a:bodyPr anchor="t">
                      <a:noAutofit/>
                    </a:bodyPr>
                    <a:p>
                      <a:pPr algn="ctr">
                        <a:lnSpc>
                          <a:spcPct val="100000"/>
                        </a:lnSpc>
                        <a:buNone/>
                        <a:tabLst>
                          <a:tab algn="l" pos="0"/>
                        </a:tabLst>
                      </a:pPr>
                      <a:r>
                        <a:rPr b="0" lang="en-US" sz="900" spc="-1" strike="noStrike">
                          <a:solidFill>
                            <a:srgbClr val="333333"/>
                          </a:solidFill>
                          <a:latin typeface="Calibri"/>
                        </a:rPr>
                        <a:t>H20</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homogeneous</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0.0663</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0.0558</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r>
              <a:tr h="0">
                <a:tc>
                  <a:txBody>
                    <a:bodyPr anchor="t">
                      <a:noAutofit/>
                    </a:bodyPr>
                    <a:p>
                      <a:pPr algn="ctr">
                        <a:lnSpc>
                          <a:spcPct val="100000"/>
                        </a:lnSpc>
                        <a:buNone/>
                        <a:tabLst>
                          <a:tab algn="l" pos="0"/>
                        </a:tabLst>
                      </a:pPr>
                      <a:r>
                        <a:rPr b="0" lang="en-US" sz="900" spc="-1" strike="noStrike">
                          <a:solidFill>
                            <a:srgbClr val="333333"/>
                          </a:solidFill>
                          <a:latin typeface="Calibri"/>
                        </a:rPr>
                        <a:t>H11</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homogeneous</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0.0708</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0.0480</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r>
              <a:tr h="0">
                <a:tc>
                  <a:txBody>
                    <a:bodyPr anchor="t">
                      <a:noAutofit/>
                    </a:bodyPr>
                    <a:p>
                      <a:pPr algn="ctr">
                        <a:lnSpc>
                          <a:spcPct val="100000"/>
                        </a:lnSpc>
                        <a:buNone/>
                        <a:tabLst>
                          <a:tab algn="l" pos="0"/>
                        </a:tabLst>
                      </a:pPr>
                      <a:r>
                        <a:rPr b="0" lang="en-US" sz="900" spc="-1" strike="noStrike">
                          <a:solidFill>
                            <a:srgbClr val="333333"/>
                          </a:solidFill>
                          <a:latin typeface="Calibri"/>
                        </a:rPr>
                        <a:t>M30</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heterogeneous</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0.0722</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0.0235</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r>
            </a:tbl>
          </a:graphicData>
        </a:graphic>
      </p:graphicFrame>
      <p:sp>
        <p:nvSpPr>
          <p:cNvPr id="190" name="Text 5"/>
          <p:cNvSpPr/>
          <p:nvPr/>
        </p:nvSpPr>
        <p:spPr>
          <a:xfrm>
            <a:off x="4663440" y="1143000"/>
            <a:ext cx="4112640" cy="272160"/>
          </a:xfrm>
          <a:prstGeom prst="rect">
            <a:avLst/>
          </a:prstGeom>
          <a:noFill/>
          <a:ln w="0">
            <a:noFill/>
          </a:ln>
        </p:spPr>
        <p:style>
          <a:lnRef idx="0"/>
          <a:fillRef idx="0"/>
          <a:effectRef idx="0"/>
          <a:fontRef idx="minor"/>
        </p:style>
        <p:txBody>
          <a:bodyPr lIns="90000" rIns="90000" tIns="45000" bIns="45000" anchor="ctr">
            <a:noAutofit/>
          </a:bodyPr>
          <a:p>
            <a:pPr>
              <a:lnSpc>
                <a:spcPct val="100000"/>
              </a:lnSpc>
              <a:buNone/>
              <a:tabLst>
                <a:tab algn="l" pos="0"/>
              </a:tabLst>
            </a:pPr>
            <a:r>
              <a:rPr b="1" lang="fr-FR" sz="1100" spc="-1" strike="noStrike">
                <a:solidFill>
                  <a:srgbClr val="c0392b"/>
                </a:solidFill>
                <a:latin typeface="Calibri"/>
                <a:ea typeface="DejaVu Sans"/>
              </a:rPr>
              <a:t>Top 5 Hardest Debates</a:t>
            </a:r>
            <a:endParaRPr b="0" lang="fr-FR" sz="1100" spc="-1" strike="noStrike">
              <a:latin typeface="Arial"/>
            </a:endParaRPr>
          </a:p>
        </p:txBody>
      </p:sp>
      <p:graphicFrame>
        <p:nvGraphicFramePr>
          <p:cNvPr id="191" name="Table 1"/>
          <p:cNvGraphicFramePr/>
          <p:nvPr/>
        </p:nvGraphicFramePr>
        <p:xfrm>
          <a:off x="4663440" y="1463040"/>
          <a:ext cx="4114440" cy="0"/>
        </p:xfrm>
        <a:graphic>
          <a:graphicData uri="http://schemas.openxmlformats.org/drawingml/2006/table">
            <a:tbl>
              <a:tblPr/>
              <a:tblGrid>
                <a:gridCol w="914400"/>
                <a:gridCol w="1371600"/>
                <a:gridCol w="914400"/>
                <a:gridCol w="914400"/>
              </a:tblGrid>
              <a:tr h="0">
                <a:tc>
                  <a:txBody>
                    <a:bodyPr anchor="t">
                      <a:noAutofit/>
                    </a:bodyPr>
                    <a:p>
                      <a:pPr algn="ctr">
                        <a:lnSpc>
                          <a:spcPct val="100000"/>
                        </a:lnSpc>
                        <a:buNone/>
                        <a:tabLst>
                          <a:tab algn="l" pos="0"/>
                        </a:tabLst>
                      </a:pPr>
                      <a:r>
                        <a:rPr b="1" lang="fr-FR" sz="900" spc="-1" strike="noStrike">
                          <a:solidFill>
                            <a:srgbClr val="ffffff"/>
                          </a:solidFill>
                          <a:latin typeface="Calibri"/>
                        </a:rPr>
                        <a:t>Label</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1e3a5f"/>
                    </a:solidFill>
                  </a:tcPr>
                </a:tc>
                <a:tc>
                  <a:txBody>
                    <a:bodyPr anchor="t">
                      <a:noAutofit/>
                    </a:bodyPr>
                    <a:p>
                      <a:pPr algn="ctr">
                        <a:lnSpc>
                          <a:spcPct val="100000"/>
                        </a:lnSpc>
                        <a:buNone/>
                        <a:tabLst>
                          <a:tab algn="l" pos="0"/>
                        </a:tabLst>
                      </a:pPr>
                      <a:r>
                        <a:rPr b="1" lang="en-US" sz="900" spc="-1" strike="noStrike">
                          <a:solidFill>
                            <a:srgbClr val="ffffff"/>
                          </a:solidFill>
                          <a:latin typeface="Calibri"/>
                        </a:rPr>
                        <a:t>Condition</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1e3a5f"/>
                    </a:solidFill>
                  </a:tcPr>
                </a:tc>
                <a:tc>
                  <a:txBody>
                    <a:bodyPr anchor="t">
                      <a:noAutofit/>
                    </a:bodyPr>
                    <a:p>
                      <a:pPr algn="ctr">
                        <a:lnSpc>
                          <a:spcPct val="100000"/>
                        </a:lnSpc>
                        <a:buNone/>
                        <a:tabLst>
                          <a:tab algn="l" pos="0"/>
                        </a:tabLst>
                      </a:pPr>
                      <a:r>
                        <a:rPr b="1" lang="en-US" sz="900" spc="-1" strike="noStrike">
                          <a:solidFill>
                            <a:srgbClr val="ffffff"/>
                          </a:solidFill>
                          <a:latin typeface="Calibri"/>
                        </a:rPr>
                        <a:t>Mean MAE</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1e3a5f"/>
                    </a:solidFill>
                  </a:tcPr>
                </a:tc>
                <a:tc>
                  <a:txBody>
                    <a:bodyPr anchor="t">
                      <a:noAutofit/>
                    </a:bodyPr>
                    <a:p>
                      <a:pPr algn="ctr">
                        <a:lnSpc>
                          <a:spcPct val="100000"/>
                        </a:lnSpc>
                        <a:buNone/>
                        <a:tabLst>
                          <a:tab algn="l" pos="0"/>
                        </a:tabLst>
                      </a:pPr>
                      <a:r>
                        <a:rPr b="1" lang="en-US" sz="900" spc="-1" strike="noStrike">
                          <a:solidFill>
                            <a:srgbClr val="ffffff"/>
                          </a:solidFill>
                          <a:latin typeface="Calibri"/>
                        </a:rPr>
                        <a:t>Min MAE</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1e3a5f"/>
                    </a:solidFill>
                  </a:tcPr>
                </a:tc>
              </a:tr>
              <a:tr h="0">
                <a:tc>
                  <a:txBody>
                    <a:bodyPr anchor="t">
                      <a:noAutofit/>
                    </a:bodyPr>
                    <a:p>
                      <a:pPr algn="ctr">
                        <a:lnSpc>
                          <a:spcPct val="100000"/>
                        </a:lnSpc>
                        <a:buNone/>
                        <a:tabLst>
                          <a:tab algn="l" pos="0"/>
                        </a:tabLst>
                      </a:pPr>
                      <a:r>
                        <a:rPr b="0" lang="en-US" sz="900" spc="-1" strike="noStrike">
                          <a:solidFill>
                            <a:srgbClr val="333333"/>
                          </a:solidFill>
                          <a:latin typeface="Calibri"/>
                        </a:rPr>
                        <a:t>M13</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heterogeneous</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0.2012</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0.1595</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r>
              <a:tr h="0">
                <a:tc>
                  <a:txBody>
                    <a:bodyPr anchor="t">
                      <a:noAutofit/>
                    </a:bodyPr>
                    <a:p>
                      <a:pPr algn="ctr">
                        <a:lnSpc>
                          <a:spcPct val="100000"/>
                        </a:lnSpc>
                        <a:buNone/>
                        <a:tabLst>
                          <a:tab algn="l" pos="0"/>
                        </a:tabLst>
                      </a:pPr>
                      <a:r>
                        <a:rPr b="0" lang="en-US" sz="900" spc="-1" strike="noStrike">
                          <a:solidFill>
                            <a:srgbClr val="333333"/>
                          </a:solidFill>
                          <a:latin typeface="Calibri"/>
                        </a:rPr>
                        <a:t>M5</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heterogeneous</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0.1906</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0.0471</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r>
              <a:tr h="0">
                <a:tc>
                  <a:txBody>
                    <a:bodyPr anchor="t">
                      <a:noAutofit/>
                    </a:bodyPr>
                    <a:p>
                      <a:pPr algn="ctr">
                        <a:lnSpc>
                          <a:spcPct val="100000"/>
                        </a:lnSpc>
                        <a:buNone/>
                        <a:tabLst>
                          <a:tab algn="l" pos="0"/>
                        </a:tabLst>
                      </a:pPr>
                      <a:r>
                        <a:rPr b="0" lang="en-US" sz="900" spc="-1" strike="noStrike">
                          <a:solidFill>
                            <a:srgbClr val="333333"/>
                          </a:solidFill>
                          <a:latin typeface="Calibri"/>
                        </a:rPr>
                        <a:t>M20</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heterogeneous</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0.1571</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0.1564</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r>
              <a:tr h="0">
                <a:tc>
                  <a:txBody>
                    <a:bodyPr anchor="t">
                      <a:noAutofit/>
                    </a:bodyPr>
                    <a:p>
                      <a:pPr algn="ctr">
                        <a:lnSpc>
                          <a:spcPct val="100000"/>
                        </a:lnSpc>
                        <a:buNone/>
                        <a:tabLst>
                          <a:tab algn="l" pos="0"/>
                        </a:tabLst>
                      </a:pPr>
                      <a:r>
                        <a:rPr b="0" lang="en-US" sz="900" spc="-1" strike="noStrike">
                          <a:solidFill>
                            <a:srgbClr val="333333"/>
                          </a:solidFill>
                          <a:latin typeface="Calibri"/>
                        </a:rPr>
                        <a:t>M6</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heterogeneous</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0.1524</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0.1384</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r>
              <a:tr h="0">
                <a:tc>
                  <a:txBody>
                    <a:bodyPr anchor="t">
                      <a:noAutofit/>
                    </a:bodyPr>
                    <a:p>
                      <a:pPr algn="ctr">
                        <a:lnSpc>
                          <a:spcPct val="100000"/>
                        </a:lnSpc>
                        <a:buNone/>
                        <a:tabLst>
                          <a:tab algn="l" pos="0"/>
                        </a:tabLst>
                      </a:pPr>
                      <a:r>
                        <a:rPr b="0" lang="en-US" sz="900" spc="-1" strike="noStrike">
                          <a:solidFill>
                            <a:srgbClr val="333333"/>
                          </a:solidFill>
                          <a:latin typeface="Calibri"/>
                        </a:rPr>
                        <a:t>M16</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heterogeneous</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0.1488</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0.1427</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r>
            </a:tbl>
          </a:graphicData>
        </a:graphic>
      </p:graphicFrame>
      <p:sp>
        <p:nvSpPr>
          <p:cNvPr id="192" name="Text 6"/>
          <p:cNvSpPr/>
          <p:nvPr/>
        </p:nvSpPr>
        <p:spPr>
          <a:xfrm>
            <a:off x="274320" y="3063240"/>
            <a:ext cx="8593200" cy="272160"/>
          </a:xfrm>
          <a:prstGeom prst="rect">
            <a:avLst/>
          </a:prstGeom>
          <a:noFill/>
          <a:ln w="0">
            <a:noFill/>
          </a:ln>
        </p:spPr>
        <p:style>
          <a:lnRef idx="0"/>
          <a:fillRef idx="0"/>
          <a:effectRef idx="0"/>
          <a:fontRef idx="minor"/>
        </p:style>
        <p:txBody>
          <a:bodyPr lIns="90000" rIns="90000" tIns="45000" bIns="45000" anchor="ctr">
            <a:noAutofit/>
          </a:bodyPr>
          <a:p>
            <a:pPr>
              <a:lnSpc>
                <a:spcPct val="100000"/>
              </a:lnSpc>
              <a:buNone/>
              <a:tabLst>
                <a:tab algn="l" pos="0"/>
              </a:tabLst>
            </a:pPr>
            <a:r>
              <a:rPr b="1" lang="fr-FR" sz="1100" spc="-1" strike="noStrike">
                <a:solidFill>
                  <a:srgbClr val="1e3a5f"/>
                </a:solidFill>
                <a:latin typeface="Calibri"/>
                <a:ea typeface="DejaVu Sans"/>
              </a:rPr>
              <a:t>Interpretation</a:t>
            </a:r>
            <a:endParaRPr b="0" lang="fr-FR" sz="1100" spc="-1" strike="noStrike">
              <a:latin typeface="Arial"/>
            </a:endParaRPr>
          </a:p>
        </p:txBody>
      </p:sp>
      <p:sp>
        <p:nvSpPr>
          <p:cNvPr id="193" name="Text 7"/>
          <p:cNvSpPr/>
          <p:nvPr/>
        </p:nvSpPr>
        <p:spPr>
          <a:xfrm>
            <a:off x="274320" y="3383280"/>
            <a:ext cx="8593200" cy="1003680"/>
          </a:xfrm>
          <a:prstGeom prst="rect">
            <a:avLst/>
          </a:prstGeom>
          <a:noFill/>
          <a:ln w="0">
            <a:noFill/>
          </a:ln>
        </p:spPr>
        <p:style>
          <a:lnRef idx="0"/>
          <a:fillRef idx="0"/>
          <a:effectRef idx="0"/>
          <a:fontRef idx="minor"/>
        </p:style>
        <p:txBody>
          <a:bodyPr lIns="90000" rIns="90000" tIns="45000" bIns="45000" anchor="ctr">
            <a:noAutofit/>
          </a:bodyPr>
          <a:p>
            <a:pPr>
              <a:lnSpc>
                <a:spcPct val="100000"/>
              </a:lnSpc>
              <a:buNone/>
              <a:tabLst>
                <a:tab algn="l" pos="0"/>
              </a:tabLst>
            </a:pPr>
            <a:r>
              <a:rPr b="0" lang="fr-FR" sz="1000" spc="-1" strike="noStrike">
                <a:solidFill>
                  <a:srgbClr val="333333"/>
                </a:solidFill>
                <a:latin typeface="Calibri"/>
                <a:ea typeface="DejaVu Sans"/>
              </a:rPr>
              <a:t>All top 5 easiest debates are homogeneous (H-prefix), all top 5 hardest are heterogeneous (M-prefix). This is a clean pattern supporting H4. Notably, M30 is an exception — a heterogeneous debate with low mean MAE (0.072), worth investigating. M13 has the worst mean MAE (0.201) but M5 has a very low min MAE (0.047), suggesting that with the right parameters M5 can be predicted well — but M13 cannot.</a:t>
            </a:r>
            <a:endParaRPr b="0" lang="fr-FR" sz="1000" spc="-1" strike="noStrike">
              <a:latin typeface="Arial"/>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94" name="Shape 0"/>
          <p:cNvSpPr/>
          <p:nvPr/>
        </p:nvSpPr>
        <p:spPr>
          <a:xfrm>
            <a:off x="0" y="0"/>
            <a:ext cx="9141840" cy="363600"/>
          </a:xfrm>
          <a:prstGeom prst="rect">
            <a:avLst/>
          </a:prstGeom>
          <a:solidFill>
            <a:srgbClr val="1e3a5f"/>
          </a:solidFill>
          <a:ln w="12700">
            <a:solidFill>
              <a:srgbClr val="1e3a5f"/>
            </a:solidFill>
            <a:round/>
          </a:ln>
        </p:spPr>
        <p:style>
          <a:lnRef idx="0"/>
          <a:fillRef idx="0"/>
          <a:effectRef idx="0"/>
          <a:fontRef idx="minor"/>
        </p:style>
      </p:sp>
      <p:sp>
        <p:nvSpPr>
          <p:cNvPr id="195" name="Text 1"/>
          <p:cNvSpPr/>
          <p:nvPr/>
        </p:nvSpPr>
        <p:spPr>
          <a:xfrm>
            <a:off x="182880" y="0"/>
            <a:ext cx="8776080" cy="363600"/>
          </a:xfrm>
          <a:prstGeom prst="rect">
            <a:avLst/>
          </a:prstGeom>
          <a:noFill/>
          <a:ln w="0">
            <a:noFill/>
          </a:ln>
        </p:spPr>
        <p:style>
          <a:lnRef idx="0"/>
          <a:fillRef idx="0"/>
          <a:effectRef idx="0"/>
          <a:fontRef idx="minor"/>
        </p:style>
        <p:txBody>
          <a:bodyPr lIns="0" rIns="0" tIns="0" bIns="0" anchor="ctr">
            <a:noAutofit/>
          </a:bodyPr>
          <a:p>
            <a:pPr>
              <a:lnSpc>
                <a:spcPct val="100000"/>
              </a:lnSpc>
              <a:buNone/>
              <a:tabLst>
                <a:tab algn="l" pos="0"/>
              </a:tabLst>
            </a:pPr>
            <a:r>
              <a:rPr b="1" lang="fr-FR" sz="1000" spc="-1" strike="noStrike">
                <a:solidFill>
                  <a:srgbClr val="ffffff"/>
                </a:solidFill>
                <a:latin typeface="Calibri"/>
                <a:ea typeface="DejaVu Sans"/>
              </a:rPr>
              <a:t>AGENT LEVEL — OLS REGRESSION</a:t>
            </a:r>
            <a:endParaRPr b="0" lang="fr-FR" sz="1000" spc="-1" strike="noStrike">
              <a:latin typeface="Arial"/>
            </a:endParaRPr>
          </a:p>
        </p:txBody>
      </p:sp>
      <p:sp>
        <p:nvSpPr>
          <p:cNvPr id="196" name="Text 2"/>
          <p:cNvSpPr/>
          <p:nvPr/>
        </p:nvSpPr>
        <p:spPr>
          <a:xfrm>
            <a:off x="274320" y="457200"/>
            <a:ext cx="8593200" cy="546480"/>
          </a:xfrm>
          <a:prstGeom prst="rect">
            <a:avLst/>
          </a:prstGeom>
          <a:noFill/>
          <a:ln w="0">
            <a:noFill/>
          </a:ln>
        </p:spPr>
        <p:style>
          <a:lnRef idx="0"/>
          <a:fillRef idx="0"/>
          <a:effectRef idx="0"/>
          <a:fontRef idx="minor"/>
        </p:style>
        <p:txBody>
          <a:bodyPr lIns="90000" rIns="90000" tIns="45000" bIns="45000" anchor="ctr">
            <a:noAutofit/>
          </a:bodyPr>
          <a:p>
            <a:pPr>
              <a:lnSpc>
                <a:spcPct val="100000"/>
              </a:lnSpc>
              <a:buNone/>
              <a:tabLst>
                <a:tab algn="l" pos="0"/>
              </a:tabLst>
            </a:pPr>
            <a:r>
              <a:rPr b="1" lang="fr-FR" sz="2000" spc="-1" strike="noStrike">
                <a:solidFill>
                  <a:srgbClr val="1e3a5f"/>
                </a:solidFill>
                <a:latin typeface="Calibri"/>
                <a:ea typeface="DejaVu Sans"/>
              </a:rPr>
              <a:t>H1 — OLS: Pre-Deliberation Attitudes Predict Post-Deliberation</a:t>
            </a:r>
            <a:endParaRPr b="0" lang="fr-FR" sz="2000" spc="-1" strike="noStrike">
              <a:latin typeface="Arial"/>
            </a:endParaRPr>
          </a:p>
        </p:txBody>
      </p:sp>
      <p:sp>
        <p:nvSpPr>
          <p:cNvPr id="197" name="Shape 3"/>
          <p:cNvSpPr/>
          <p:nvPr/>
        </p:nvSpPr>
        <p:spPr>
          <a:xfrm>
            <a:off x="274320" y="1023840"/>
            <a:ext cx="8595360" cy="360"/>
          </a:xfrm>
          <a:prstGeom prst="line">
            <a:avLst/>
          </a:prstGeom>
          <a:ln w="12700">
            <a:solidFill>
              <a:srgbClr val="1e3a5f"/>
            </a:solidFill>
            <a:round/>
          </a:ln>
        </p:spPr>
        <p:style>
          <a:lnRef idx="0"/>
          <a:fillRef idx="0"/>
          <a:effectRef idx="0"/>
          <a:fontRef idx="minor"/>
        </p:style>
      </p:sp>
      <p:sp>
        <p:nvSpPr>
          <p:cNvPr id="198" name="Text 4"/>
          <p:cNvSpPr/>
          <p:nvPr/>
        </p:nvSpPr>
        <p:spPr>
          <a:xfrm>
            <a:off x="274320" y="1143000"/>
            <a:ext cx="8593200" cy="272160"/>
          </a:xfrm>
          <a:prstGeom prst="rect">
            <a:avLst/>
          </a:prstGeom>
          <a:noFill/>
          <a:ln w="0">
            <a:noFill/>
          </a:ln>
        </p:spPr>
        <p:style>
          <a:lnRef idx="0"/>
          <a:fillRef idx="0"/>
          <a:effectRef idx="0"/>
          <a:fontRef idx="minor"/>
        </p:style>
        <p:txBody>
          <a:bodyPr lIns="90000" rIns="90000" tIns="45000" bIns="45000" anchor="ctr">
            <a:noAutofit/>
          </a:bodyPr>
          <a:p>
            <a:pPr>
              <a:lnSpc>
                <a:spcPct val="100000"/>
              </a:lnSpc>
              <a:buNone/>
              <a:tabLst>
                <a:tab algn="l" pos="0"/>
              </a:tabLst>
            </a:pPr>
            <a:r>
              <a:rPr b="0" i="1" lang="fr-FR" sz="1000" spc="-1" strike="noStrike">
                <a:solidFill>
                  <a:srgbClr val="666666"/>
                </a:solidFill>
                <a:latin typeface="Calibri"/>
                <a:ea typeface="DejaVu Sans"/>
              </a:rPr>
              <a:t>lm(final_attitude ~ initial_opinion, data = df_ag)</a:t>
            </a:r>
            <a:endParaRPr b="0" lang="fr-FR" sz="1000" spc="-1" strike="noStrike">
              <a:latin typeface="Arial"/>
            </a:endParaRPr>
          </a:p>
        </p:txBody>
      </p:sp>
      <p:graphicFrame>
        <p:nvGraphicFramePr>
          <p:cNvPr id="199" name="Table 0"/>
          <p:cNvGraphicFramePr/>
          <p:nvPr/>
        </p:nvGraphicFramePr>
        <p:xfrm>
          <a:off x="274320" y="1463040"/>
          <a:ext cx="5943240" cy="0"/>
        </p:xfrm>
        <a:graphic>
          <a:graphicData uri="http://schemas.openxmlformats.org/drawingml/2006/table">
            <a:tbl>
              <a:tblPr/>
              <a:tblGrid>
                <a:gridCol w="1828800"/>
                <a:gridCol w="1097280"/>
                <a:gridCol w="914400"/>
                <a:gridCol w="1371600"/>
                <a:gridCol w="731520"/>
              </a:tblGrid>
              <a:tr h="0">
                <a:tc>
                  <a:txBody>
                    <a:bodyPr anchor="t">
                      <a:noAutofit/>
                    </a:bodyPr>
                    <a:p>
                      <a:pPr algn="ctr">
                        <a:lnSpc>
                          <a:spcPct val="100000"/>
                        </a:lnSpc>
                        <a:buNone/>
                        <a:tabLst>
                          <a:tab algn="l" pos="0"/>
                        </a:tabLst>
                      </a:pPr>
                      <a:r>
                        <a:rPr b="1" lang="fr-FR" sz="900" spc="-1" strike="noStrike">
                          <a:solidFill>
                            <a:srgbClr val="ffffff"/>
                          </a:solidFill>
                          <a:latin typeface="Calibri"/>
                        </a:rPr>
                        <a:t>Term</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1e3a5f"/>
                    </a:solidFill>
                  </a:tcPr>
                </a:tc>
                <a:tc>
                  <a:txBody>
                    <a:bodyPr anchor="t">
                      <a:noAutofit/>
                    </a:bodyPr>
                    <a:p>
                      <a:pPr algn="ctr">
                        <a:lnSpc>
                          <a:spcPct val="100000"/>
                        </a:lnSpc>
                        <a:buNone/>
                        <a:tabLst>
                          <a:tab algn="l" pos="0"/>
                        </a:tabLst>
                      </a:pPr>
                      <a:r>
                        <a:rPr b="1" lang="en-US" sz="900" spc="-1" strike="noStrike">
                          <a:solidFill>
                            <a:srgbClr val="ffffff"/>
                          </a:solidFill>
                          <a:latin typeface="Calibri"/>
                        </a:rPr>
                        <a:t>Estimate</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1e3a5f"/>
                    </a:solidFill>
                  </a:tcPr>
                </a:tc>
                <a:tc>
                  <a:txBody>
                    <a:bodyPr anchor="t">
                      <a:noAutofit/>
                    </a:bodyPr>
                    <a:p>
                      <a:pPr algn="ctr">
                        <a:lnSpc>
                          <a:spcPct val="100000"/>
                        </a:lnSpc>
                        <a:buNone/>
                        <a:tabLst>
                          <a:tab algn="l" pos="0"/>
                        </a:tabLst>
                      </a:pPr>
                      <a:r>
                        <a:rPr b="1" lang="en-US" sz="900" spc="-1" strike="noStrike">
                          <a:solidFill>
                            <a:srgbClr val="ffffff"/>
                          </a:solidFill>
                          <a:latin typeface="Calibri"/>
                        </a:rPr>
                        <a:t>R²</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1e3a5f"/>
                    </a:solidFill>
                  </a:tcPr>
                </a:tc>
                <a:tc>
                  <a:txBody>
                    <a:bodyPr anchor="t">
                      <a:noAutofit/>
                    </a:bodyPr>
                    <a:p>
                      <a:pPr algn="ctr">
                        <a:lnSpc>
                          <a:spcPct val="100000"/>
                        </a:lnSpc>
                        <a:buNone/>
                        <a:tabLst>
                          <a:tab algn="l" pos="0"/>
                        </a:tabLst>
                      </a:pPr>
                      <a:r>
                        <a:rPr b="1" lang="en-US" sz="900" spc="-1" strike="noStrike">
                          <a:solidFill>
                            <a:srgbClr val="ffffff"/>
                          </a:solidFill>
                          <a:latin typeface="Calibri"/>
                        </a:rPr>
                        <a:t>p-value</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1e3a5f"/>
                    </a:solidFill>
                  </a:tcPr>
                </a:tc>
                <a:tc>
                  <a:txBody>
                    <a:bodyPr anchor="t">
                      <a:noAutofit/>
                    </a:bodyPr>
                    <a:p>
                      <a:pPr algn="ctr">
                        <a:lnSpc>
                          <a:spcPct val="100000"/>
                        </a:lnSpc>
                        <a:buNone/>
                        <a:tabLst>
                          <a:tab algn="l" pos="0"/>
                        </a:tabLst>
                      </a:pPr>
                      <a:r>
                        <a:rPr b="1" lang="en-US" sz="900" spc="-1" strike="noStrike">
                          <a:solidFill>
                            <a:srgbClr val="ffffff"/>
                          </a:solidFill>
                          <a:latin typeface="Calibri"/>
                        </a:rPr>
                        <a:t>SE</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1e3a5f"/>
                    </a:solidFill>
                  </a:tcPr>
                </a:tc>
              </a:tr>
              <a:tr h="0">
                <a:tc>
                  <a:txBody>
                    <a:bodyPr anchor="t">
                      <a:noAutofit/>
                    </a:bodyPr>
                    <a:p>
                      <a:pPr algn="ctr">
                        <a:lnSpc>
                          <a:spcPct val="100000"/>
                        </a:lnSpc>
                        <a:buNone/>
                        <a:tabLst>
                          <a:tab algn="l" pos="0"/>
                        </a:tabLst>
                      </a:pPr>
                      <a:r>
                        <a:rPr b="0" lang="en-US" sz="900" spc="-1" strike="noStrike">
                          <a:solidFill>
                            <a:srgbClr val="333333"/>
                          </a:solidFill>
                          <a:latin typeface="Calibri"/>
                        </a:rPr>
                        <a:t>Intercept</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0.0185</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&lt; 2e-16</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r>
              <a:tr h="0">
                <a:tc>
                  <a:txBody>
                    <a:bodyPr anchor="t">
                      <a:noAutofit/>
                    </a:bodyPr>
                    <a:p>
                      <a:pPr algn="ctr">
                        <a:lnSpc>
                          <a:spcPct val="100000"/>
                        </a:lnSpc>
                        <a:buNone/>
                        <a:tabLst>
                          <a:tab algn="l" pos="0"/>
                        </a:tabLst>
                      </a:pPr>
                      <a:r>
                        <a:rPr b="0" lang="en-US" sz="900" spc="-1" strike="noStrike">
                          <a:solidFill>
                            <a:srgbClr val="333333"/>
                          </a:solidFill>
                          <a:latin typeface="Calibri"/>
                        </a:rPr>
                        <a:t>initial_opinion</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1.0031</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0.9263</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&lt; 2e-16</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0.0029</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r>
            </a:tbl>
          </a:graphicData>
        </a:graphic>
      </p:graphicFrame>
      <p:sp>
        <p:nvSpPr>
          <p:cNvPr id="200" name="Shape 5"/>
          <p:cNvSpPr/>
          <p:nvPr/>
        </p:nvSpPr>
        <p:spPr>
          <a:xfrm>
            <a:off x="6492240" y="1463040"/>
            <a:ext cx="2375280" cy="1003680"/>
          </a:xfrm>
          <a:prstGeom prst="rect">
            <a:avLst/>
          </a:prstGeom>
          <a:solidFill>
            <a:srgbClr val="f5f5f5"/>
          </a:solidFill>
          <a:ln w="12700">
            <a:solidFill>
              <a:srgbClr val="cccccc"/>
            </a:solidFill>
            <a:round/>
          </a:ln>
        </p:spPr>
        <p:style>
          <a:lnRef idx="0"/>
          <a:fillRef idx="0"/>
          <a:effectRef idx="0"/>
          <a:fontRef idx="minor"/>
        </p:style>
      </p:sp>
      <p:sp>
        <p:nvSpPr>
          <p:cNvPr id="201" name="Text 6"/>
          <p:cNvSpPr/>
          <p:nvPr/>
        </p:nvSpPr>
        <p:spPr>
          <a:xfrm>
            <a:off x="6583680" y="1554480"/>
            <a:ext cx="2192400" cy="729360"/>
          </a:xfrm>
          <a:prstGeom prst="rect">
            <a:avLst/>
          </a:prstGeom>
          <a:noFill/>
          <a:ln w="0">
            <a:noFill/>
          </a:ln>
        </p:spPr>
        <p:style>
          <a:lnRef idx="0"/>
          <a:fillRef idx="0"/>
          <a:effectRef idx="0"/>
          <a:fontRef idx="minor"/>
        </p:style>
        <p:txBody>
          <a:bodyPr lIns="90000" rIns="90000" tIns="45000" bIns="45000" anchor="ctr">
            <a:noAutofit/>
          </a:bodyPr>
          <a:p>
            <a:pPr algn="ctr">
              <a:lnSpc>
                <a:spcPct val="100000"/>
              </a:lnSpc>
              <a:buNone/>
              <a:tabLst>
                <a:tab algn="l" pos="0"/>
              </a:tabLst>
            </a:pPr>
            <a:r>
              <a:rPr b="1" lang="fr-FR" sz="1100" spc="-1" strike="noStrike">
                <a:solidFill>
                  <a:srgbClr val="1e3a5f"/>
                </a:solidFill>
                <a:latin typeface="Calibri"/>
                <a:ea typeface="DejaVu Sans"/>
              </a:rPr>
              <a:t>OLS Mean MAE</a:t>
            </a:r>
            <a:endParaRPr b="0" lang="fr-FR" sz="1100" spc="-1" strike="noStrike">
              <a:latin typeface="Arial"/>
            </a:endParaRPr>
          </a:p>
          <a:p>
            <a:pPr algn="ctr">
              <a:lnSpc>
                <a:spcPct val="100000"/>
              </a:lnSpc>
              <a:buNone/>
              <a:tabLst>
                <a:tab algn="l" pos="0"/>
              </a:tabLst>
            </a:pPr>
            <a:r>
              <a:rPr b="1" lang="fr-FR" sz="1100" spc="-1" strike="noStrike">
                <a:solidFill>
                  <a:srgbClr val="1e3a5f"/>
                </a:solidFill>
                <a:latin typeface="Calibri"/>
                <a:ea typeface="DejaVu Sans"/>
              </a:rPr>
              <a:t>across debates: 0.0371</a:t>
            </a:r>
            <a:endParaRPr b="0" lang="fr-FR" sz="1100" spc="-1" strike="noStrike">
              <a:latin typeface="Arial"/>
            </a:endParaRPr>
          </a:p>
        </p:txBody>
      </p:sp>
      <p:sp>
        <p:nvSpPr>
          <p:cNvPr id="202" name="Text 7"/>
          <p:cNvSpPr/>
          <p:nvPr/>
        </p:nvSpPr>
        <p:spPr>
          <a:xfrm>
            <a:off x="274320" y="2606040"/>
            <a:ext cx="8593200" cy="272160"/>
          </a:xfrm>
          <a:prstGeom prst="rect">
            <a:avLst/>
          </a:prstGeom>
          <a:noFill/>
          <a:ln w="0">
            <a:noFill/>
          </a:ln>
        </p:spPr>
        <p:style>
          <a:lnRef idx="0"/>
          <a:fillRef idx="0"/>
          <a:effectRef idx="0"/>
          <a:fontRef idx="minor"/>
        </p:style>
        <p:txBody>
          <a:bodyPr lIns="90000" rIns="90000" tIns="45000" bIns="45000" anchor="ctr">
            <a:noAutofit/>
          </a:bodyPr>
          <a:p>
            <a:pPr>
              <a:lnSpc>
                <a:spcPct val="100000"/>
              </a:lnSpc>
              <a:buNone/>
              <a:tabLst>
                <a:tab algn="l" pos="0"/>
              </a:tabLst>
            </a:pPr>
            <a:r>
              <a:rPr b="1" lang="fr-FR" sz="1100" spc="-1" strike="noStrike">
                <a:solidFill>
                  <a:srgbClr val="1e3a5f"/>
                </a:solidFill>
                <a:latin typeface="Calibri"/>
                <a:ea typeface="DejaVu Sans"/>
              </a:rPr>
              <a:t>Interpretation</a:t>
            </a:r>
            <a:endParaRPr b="0" lang="fr-FR" sz="1100" spc="-1" strike="noStrike">
              <a:latin typeface="Arial"/>
            </a:endParaRPr>
          </a:p>
        </p:txBody>
      </p:sp>
      <p:sp>
        <p:nvSpPr>
          <p:cNvPr id="203" name="Text 8"/>
          <p:cNvSpPr/>
          <p:nvPr/>
        </p:nvSpPr>
        <p:spPr>
          <a:xfrm>
            <a:off x="274320" y="2926080"/>
            <a:ext cx="8593200" cy="1003680"/>
          </a:xfrm>
          <a:prstGeom prst="rect">
            <a:avLst/>
          </a:prstGeom>
          <a:noFill/>
          <a:ln w="0">
            <a:noFill/>
          </a:ln>
        </p:spPr>
        <p:style>
          <a:lnRef idx="0"/>
          <a:fillRef idx="0"/>
          <a:effectRef idx="0"/>
          <a:fontRef idx="minor"/>
        </p:style>
        <p:txBody>
          <a:bodyPr lIns="90000" rIns="90000" tIns="45000" bIns="45000" anchor="ctr">
            <a:noAutofit/>
          </a:bodyPr>
          <a:p>
            <a:pPr>
              <a:lnSpc>
                <a:spcPct val="100000"/>
              </a:lnSpc>
              <a:buNone/>
              <a:tabLst>
                <a:tab algn="l" pos="0"/>
              </a:tabLst>
            </a:pPr>
            <a:r>
              <a:rPr b="0" lang="fr-FR" sz="1000" spc="-1" strike="noStrike">
                <a:solidFill>
                  <a:srgbClr val="333333"/>
                </a:solidFill>
                <a:latin typeface="Calibri"/>
                <a:ea typeface="DejaVu Sans"/>
              </a:rPr>
              <a:t>Pre-deliberation attitudes (initial_opinion) are an extremely strong predictor of post-deliberation attitudes (R²=0.926, p&lt;2e-16). The slope of ~1.0 indicates near-perfect correspondence — agents barely change their opinions relative to their starting point. This strongly supports H1. The OLS mean MAE (0.037) is competitive with the best ABM runs, setting a high bar for the ABM comparison (H3/H5).</a:t>
            </a:r>
            <a:endParaRPr b="0" lang="fr-FR" sz="1000" spc="-1" strike="noStrike">
              <a:latin typeface="Arial"/>
            </a:endParaRPr>
          </a:p>
        </p:txBody>
      </p:sp>
      <p:sp>
        <p:nvSpPr>
          <p:cNvPr id="204" name="Text 9"/>
          <p:cNvSpPr/>
          <p:nvPr/>
        </p:nvSpPr>
        <p:spPr>
          <a:xfrm>
            <a:off x="274320" y="4069080"/>
            <a:ext cx="8593200" cy="363600"/>
          </a:xfrm>
          <a:prstGeom prst="rect">
            <a:avLst/>
          </a:prstGeom>
          <a:noFill/>
          <a:ln w="0">
            <a:noFill/>
          </a:ln>
        </p:spPr>
        <p:style>
          <a:lnRef idx="0"/>
          <a:fillRef idx="0"/>
          <a:effectRef idx="0"/>
          <a:fontRef idx="minor"/>
        </p:style>
        <p:txBody>
          <a:bodyPr lIns="90000" rIns="90000" tIns="45000" bIns="45000" anchor="ctr">
            <a:noAutofit/>
          </a:bodyPr>
          <a:p>
            <a:pPr>
              <a:lnSpc>
                <a:spcPct val="100000"/>
              </a:lnSpc>
              <a:buNone/>
              <a:tabLst>
                <a:tab algn="l" pos="0"/>
              </a:tabLst>
            </a:pPr>
            <a:r>
              <a:rPr b="0" i="1" lang="fr-FR" sz="900" spc="-1" strike="noStrike">
                <a:solidFill>
                  <a:srgbClr val="666666"/>
                </a:solidFill>
                <a:latin typeface="Calibri"/>
                <a:ea typeface="DejaVu Sans"/>
              </a:rPr>
              <a:t>Note: R²=0.926 means initial opinion explains 92.6% of variance in final attitude — attitudes are highly stable across deliberation.</a:t>
            </a:r>
            <a:endParaRPr b="0" lang="fr-FR" sz="900" spc="-1" strike="noStrike">
              <a:latin typeface="Arial"/>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05" name="Shape 0"/>
          <p:cNvSpPr/>
          <p:nvPr/>
        </p:nvSpPr>
        <p:spPr>
          <a:xfrm>
            <a:off x="0" y="0"/>
            <a:ext cx="9141840" cy="363600"/>
          </a:xfrm>
          <a:prstGeom prst="rect">
            <a:avLst/>
          </a:prstGeom>
          <a:solidFill>
            <a:srgbClr val="1e3a5f"/>
          </a:solidFill>
          <a:ln w="12700">
            <a:solidFill>
              <a:srgbClr val="1e3a5f"/>
            </a:solidFill>
            <a:round/>
          </a:ln>
        </p:spPr>
        <p:style>
          <a:lnRef idx="0"/>
          <a:fillRef idx="0"/>
          <a:effectRef idx="0"/>
          <a:fontRef idx="minor"/>
        </p:style>
      </p:sp>
      <p:sp>
        <p:nvSpPr>
          <p:cNvPr id="206" name="Text 1"/>
          <p:cNvSpPr/>
          <p:nvPr/>
        </p:nvSpPr>
        <p:spPr>
          <a:xfrm>
            <a:off x="182880" y="0"/>
            <a:ext cx="8776080" cy="363600"/>
          </a:xfrm>
          <a:prstGeom prst="rect">
            <a:avLst/>
          </a:prstGeom>
          <a:noFill/>
          <a:ln w="0">
            <a:noFill/>
          </a:ln>
        </p:spPr>
        <p:style>
          <a:lnRef idx="0"/>
          <a:fillRef idx="0"/>
          <a:effectRef idx="0"/>
          <a:fontRef idx="minor"/>
        </p:style>
        <p:txBody>
          <a:bodyPr lIns="0" rIns="0" tIns="0" bIns="0" anchor="ctr">
            <a:noAutofit/>
          </a:bodyPr>
          <a:p>
            <a:pPr>
              <a:lnSpc>
                <a:spcPct val="100000"/>
              </a:lnSpc>
              <a:buNone/>
              <a:tabLst>
                <a:tab algn="l" pos="0"/>
              </a:tabLst>
            </a:pPr>
            <a:r>
              <a:rPr b="1" lang="fr-FR" sz="1000" spc="-1" strike="noStrike">
                <a:solidFill>
                  <a:srgbClr val="ffffff"/>
                </a:solidFill>
                <a:latin typeface="Calibri"/>
                <a:ea typeface="DejaVu Sans"/>
              </a:rPr>
              <a:t>AGENT LEVEL — BASELINE COMPARISON</a:t>
            </a:r>
            <a:endParaRPr b="0" lang="fr-FR" sz="1000" spc="-1" strike="noStrike">
              <a:latin typeface="Arial"/>
            </a:endParaRPr>
          </a:p>
        </p:txBody>
      </p:sp>
      <p:sp>
        <p:nvSpPr>
          <p:cNvPr id="207" name="Text 2"/>
          <p:cNvSpPr/>
          <p:nvPr/>
        </p:nvSpPr>
        <p:spPr>
          <a:xfrm>
            <a:off x="274320" y="457200"/>
            <a:ext cx="8593200" cy="546480"/>
          </a:xfrm>
          <a:prstGeom prst="rect">
            <a:avLst/>
          </a:prstGeom>
          <a:noFill/>
          <a:ln w="0">
            <a:noFill/>
          </a:ln>
        </p:spPr>
        <p:style>
          <a:lnRef idx="0"/>
          <a:fillRef idx="0"/>
          <a:effectRef idx="0"/>
          <a:fontRef idx="minor"/>
        </p:style>
        <p:txBody>
          <a:bodyPr lIns="90000" rIns="90000" tIns="45000" bIns="45000" anchor="ctr">
            <a:noAutofit/>
          </a:bodyPr>
          <a:p>
            <a:pPr>
              <a:lnSpc>
                <a:spcPct val="100000"/>
              </a:lnSpc>
              <a:buNone/>
              <a:tabLst>
                <a:tab algn="l" pos="0"/>
              </a:tabLst>
            </a:pPr>
            <a:r>
              <a:rPr b="1" lang="fr-FR" sz="2000" spc="-1" strike="noStrike">
                <a:solidFill>
                  <a:srgbClr val="1e3a5f"/>
                </a:solidFill>
                <a:latin typeface="Calibri"/>
                <a:ea typeface="DejaVu Sans"/>
              </a:rPr>
              <a:t>H3/H5 — ABM vs OLS Regression Comparison</a:t>
            </a:r>
            <a:endParaRPr b="0" lang="fr-FR" sz="2000" spc="-1" strike="noStrike">
              <a:latin typeface="Arial"/>
            </a:endParaRPr>
          </a:p>
        </p:txBody>
      </p:sp>
      <p:sp>
        <p:nvSpPr>
          <p:cNvPr id="208" name="Shape 3"/>
          <p:cNvSpPr/>
          <p:nvPr/>
        </p:nvSpPr>
        <p:spPr>
          <a:xfrm>
            <a:off x="274320" y="1023840"/>
            <a:ext cx="8595360" cy="360"/>
          </a:xfrm>
          <a:prstGeom prst="line">
            <a:avLst/>
          </a:prstGeom>
          <a:ln w="12700">
            <a:solidFill>
              <a:srgbClr val="1e3a5f"/>
            </a:solidFill>
            <a:round/>
          </a:ln>
        </p:spPr>
        <p:style>
          <a:lnRef idx="0"/>
          <a:fillRef idx="0"/>
          <a:effectRef idx="0"/>
          <a:fontRef idx="minor"/>
        </p:style>
      </p:sp>
      <p:sp>
        <p:nvSpPr>
          <p:cNvPr id="209" name="Text 4"/>
          <p:cNvSpPr/>
          <p:nvPr/>
        </p:nvSpPr>
        <p:spPr>
          <a:xfrm>
            <a:off x="274320" y="1143000"/>
            <a:ext cx="8593200" cy="272160"/>
          </a:xfrm>
          <a:prstGeom prst="rect">
            <a:avLst/>
          </a:prstGeom>
          <a:noFill/>
          <a:ln w="0">
            <a:noFill/>
          </a:ln>
        </p:spPr>
        <p:style>
          <a:lnRef idx="0"/>
          <a:fillRef idx="0"/>
          <a:effectRef idx="0"/>
          <a:fontRef idx="minor"/>
        </p:style>
        <p:txBody>
          <a:bodyPr lIns="90000" rIns="90000" tIns="45000" bIns="45000" anchor="ctr">
            <a:noAutofit/>
          </a:bodyPr>
          <a:p>
            <a:pPr>
              <a:lnSpc>
                <a:spcPct val="100000"/>
              </a:lnSpc>
              <a:buNone/>
              <a:tabLst>
                <a:tab algn="l" pos="0"/>
              </a:tabLst>
            </a:pPr>
            <a:r>
              <a:rPr b="0" i="1" lang="fr-FR" sz="900" spc="-1" strike="noStrike">
                <a:solidFill>
                  <a:srgbClr val="666666"/>
                </a:solidFill>
                <a:latin typeface="Calibri"/>
                <a:ea typeface="DejaVu Sans"/>
              </a:rPr>
              <a:t>comparison_ols: mean MAE by model vs OLS MAE (delta = abm_mae - ols_mae, negative = ABM better)</a:t>
            </a:r>
            <a:endParaRPr b="0" lang="fr-FR" sz="900" spc="-1" strike="noStrike">
              <a:latin typeface="Arial"/>
            </a:endParaRPr>
          </a:p>
        </p:txBody>
      </p:sp>
      <p:graphicFrame>
        <p:nvGraphicFramePr>
          <p:cNvPr id="210" name="Table 0"/>
          <p:cNvGraphicFramePr/>
          <p:nvPr/>
        </p:nvGraphicFramePr>
        <p:xfrm>
          <a:off x="274320" y="1463040"/>
          <a:ext cx="7680600" cy="0"/>
        </p:xfrm>
        <a:graphic>
          <a:graphicData uri="http://schemas.openxmlformats.org/drawingml/2006/table">
            <a:tbl>
              <a:tblPr/>
              <a:tblGrid>
                <a:gridCol w="1371600"/>
                <a:gridCol w="1097280"/>
                <a:gridCol w="1097280"/>
                <a:gridCol w="914400"/>
                <a:gridCol w="1097280"/>
                <a:gridCol w="1005840"/>
                <a:gridCol w="1097280"/>
              </a:tblGrid>
              <a:tr h="0">
                <a:tc>
                  <a:txBody>
                    <a:bodyPr anchor="t">
                      <a:noAutofit/>
                    </a:bodyPr>
                    <a:p>
                      <a:pPr algn="ctr">
                        <a:lnSpc>
                          <a:spcPct val="100000"/>
                        </a:lnSpc>
                        <a:buNone/>
                        <a:tabLst>
                          <a:tab algn="l" pos="0"/>
                        </a:tabLst>
                      </a:pPr>
                      <a:r>
                        <a:rPr b="1" lang="fr-FR" sz="900" spc="-1" strike="noStrike">
                          <a:solidFill>
                            <a:srgbClr val="ffffff"/>
                          </a:solidFill>
                          <a:latin typeface="Calibri"/>
                        </a:rPr>
                        <a:t>Model Type</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1e3a5f"/>
                    </a:solidFill>
                  </a:tcPr>
                </a:tc>
                <a:tc>
                  <a:txBody>
                    <a:bodyPr anchor="t">
                      <a:noAutofit/>
                    </a:bodyPr>
                    <a:p>
                      <a:pPr algn="ctr">
                        <a:lnSpc>
                          <a:spcPct val="100000"/>
                        </a:lnSpc>
                        <a:buNone/>
                        <a:tabLst>
                          <a:tab algn="l" pos="0"/>
                        </a:tabLst>
                      </a:pPr>
                      <a:r>
                        <a:rPr b="1" lang="en-US" sz="900" spc="-1" strike="noStrike">
                          <a:solidFill>
                            <a:srgbClr val="ffffff"/>
                          </a:solidFill>
                          <a:latin typeface="Calibri"/>
                        </a:rPr>
                        <a:t>ABM Mean MAE</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1e3a5f"/>
                    </a:solidFill>
                  </a:tcPr>
                </a:tc>
                <a:tc>
                  <a:txBody>
                    <a:bodyPr anchor="t">
                      <a:noAutofit/>
                    </a:bodyPr>
                    <a:p>
                      <a:pPr algn="ctr">
                        <a:lnSpc>
                          <a:spcPct val="100000"/>
                        </a:lnSpc>
                        <a:buNone/>
                        <a:tabLst>
                          <a:tab algn="l" pos="0"/>
                        </a:tabLst>
                      </a:pPr>
                      <a:r>
                        <a:rPr b="1" lang="en-US" sz="900" spc="-1" strike="noStrike">
                          <a:solidFill>
                            <a:srgbClr val="ffffff"/>
                          </a:solidFill>
                          <a:latin typeface="Calibri"/>
                        </a:rPr>
                        <a:t>OLS Mean MAE</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1e3a5f"/>
                    </a:solidFill>
                  </a:tcPr>
                </a:tc>
                <a:tc>
                  <a:txBody>
                    <a:bodyPr anchor="t">
                      <a:noAutofit/>
                    </a:bodyPr>
                    <a:p>
                      <a:pPr algn="ctr">
                        <a:lnSpc>
                          <a:spcPct val="100000"/>
                        </a:lnSpc>
                        <a:buNone/>
                        <a:tabLst>
                          <a:tab algn="l" pos="0"/>
                        </a:tabLst>
                      </a:pPr>
                      <a:r>
                        <a:rPr b="1" lang="en-US" sz="900" spc="-1" strike="noStrike">
                          <a:solidFill>
                            <a:srgbClr val="ffffff"/>
                          </a:solidFill>
                          <a:latin typeface="Calibri"/>
                        </a:rPr>
                        <a:t>Delta MAE</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1e3a5f"/>
                    </a:solidFill>
                  </a:tcPr>
                </a:tc>
                <a:tc>
                  <a:txBody>
                    <a:bodyPr anchor="t">
                      <a:noAutofit/>
                    </a:bodyPr>
                    <a:p>
                      <a:pPr algn="ctr">
                        <a:lnSpc>
                          <a:spcPct val="100000"/>
                        </a:lnSpc>
                        <a:buNone/>
                        <a:tabLst>
                          <a:tab algn="l" pos="0"/>
                        </a:tabLst>
                      </a:pPr>
                      <a:r>
                        <a:rPr b="1" lang="en-US" sz="900" spc="-1" strike="noStrike">
                          <a:solidFill>
                            <a:srgbClr val="ffffff"/>
                          </a:solidFill>
                          <a:latin typeface="Calibri"/>
                        </a:rPr>
                        <a:t>Wilcoxon W</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1e3a5f"/>
                    </a:solidFill>
                  </a:tcPr>
                </a:tc>
                <a:tc>
                  <a:txBody>
                    <a:bodyPr anchor="t">
                      <a:noAutofit/>
                    </a:bodyPr>
                    <a:p>
                      <a:pPr algn="ctr">
                        <a:lnSpc>
                          <a:spcPct val="100000"/>
                        </a:lnSpc>
                        <a:buNone/>
                        <a:tabLst>
                          <a:tab algn="l" pos="0"/>
                        </a:tabLst>
                      </a:pPr>
                      <a:r>
                        <a:rPr b="1" lang="en-US" sz="900" spc="-1" strike="noStrike">
                          <a:solidFill>
                            <a:srgbClr val="ffffff"/>
                          </a:solidFill>
                          <a:latin typeface="Calibri"/>
                        </a:rPr>
                        <a:t>p-value</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1e3a5f"/>
                    </a:solidFill>
                  </a:tcPr>
                </a:tc>
                <a:tc>
                  <a:txBody>
                    <a:bodyPr anchor="t">
                      <a:noAutofit/>
                    </a:bodyPr>
                    <a:p>
                      <a:pPr algn="ctr">
                        <a:lnSpc>
                          <a:spcPct val="100000"/>
                        </a:lnSpc>
                        <a:buNone/>
                        <a:tabLst>
                          <a:tab algn="l" pos="0"/>
                        </a:tabLst>
                      </a:pPr>
                      <a:r>
                        <a:rPr b="1" lang="en-US" sz="900" spc="-1" strike="noStrike">
                          <a:solidFill>
                            <a:srgbClr val="ffffff"/>
                          </a:solidFill>
                          <a:latin typeface="Calibri"/>
                        </a:rPr>
                        <a:t>ABM Better?</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1e3a5f"/>
                    </a:solidFill>
                  </a:tcPr>
                </a:tc>
              </a:tr>
              <a:tr h="0">
                <a:tc>
                  <a:txBody>
                    <a:bodyPr anchor="t">
                      <a:noAutofit/>
                    </a:bodyPr>
                    <a:p>
                      <a:pPr algn="ctr">
                        <a:lnSpc>
                          <a:spcPct val="100000"/>
                        </a:lnSpc>
                        <a:buNone/>
                        <a:tabLst>
                          <a:tab algn="l" pos="0"/>
                        </a:tabLst>
                      </a:pPr>
                      <a:r>
                        <a:rPr b="0" lang="en-US" sz="900" spc="-1" strike="noStrike">
                          <a:solidFill>
                            <a:srgbClr val="333333"/>
                          </a:solidFill>
                          <a:latin typeface="Calibri"/>
                        </a:rPr>
                        <a:t>bipolarization</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0.1355</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0.0381</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+0.0974</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1</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0.0001</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No</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r>
              <a:tr h="0">
                <a:tc>
                  <a:txBody>
                    <a:bodyPr anchor="t">
                      <a:noAutofit/>
                    </a:bodyPr>
                    <a:p>
                      <a:pPr algn="ctr">
                        <a:lnSpc>
                          <a:spcPct val="100000"/>
                        </a:lnSpc>
                        <a:buNone/>
                        <a:tabLst>
                          <a:tab algn="l" pos="0"/>
                        </a:tabLst>
                      </a:pPr>
                      <a:r>
                        <a:rPr b="0" lang="en-US" sz="900" spc="-1" strike="noStrike">
                          <a:solidFill>
                            <a:srgbClr val="333333"/>
                          </a:solidFill>
                          <a:latin typeface="Calibri"/>
                        </a:rPr>
                        <a:t>clustering</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0.0959</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0.0368</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+0.0591</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1</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0.0002</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No</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r>
              <a:tr h="0">
                <a:tc>
                  <a:txBody>
                    <a:bodyPr anchor="t">
                      <a:noAutofit/>
                    </a:bodyPr>
                    <a:p>
                      <a:pPr algn="ctr">
                        <a:lnSpc>
                          <a:spcPct val="100000"/>
                        </a:lnSpc>
                        <a:buNone/>
                        <a:tabLst>
                          <a:tab algn="l" pos="0"/>
                        </a:tabLst>
                      </a:pPr>
                      <a:r>
                        <a:rPr b="0" lang="en-US" sz="900" spc="-1" strike="noStrike">
                          <a:solidFill>
                            <a:srgbClr val="333333"/>
                          </a:solidFill>
                          <a:latin typeface="Calibri"/>
                        </a:rPr>
                        <a:t>consensus</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0.1291</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0.0374</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+0.0917</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1</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&lt; 0.0001</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No</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r>
              <a:tr h="0">
                <a:tc>
                  <a:txBody>
                    <a:bodyPr anchor="t">
                      <a:noAutofit/>
                    </a:bodyPr>
                    <a:p>
                      <a:pPr algn="ctr">
                        <a:lnSpc>
                          <a:spcPct val="100000"/>
                        </a:lnSpc>
                        <a:buNone/>
                        <a:tabLst>
                          <a:tab algn="l" pos="0"/>
                        </a:tabLst>
                      </a:pPr>
                      <a:r>
                        <a:rPr b="0" lang="en-US" sz="900" spc="-1" strike="noStrike">
                          <a:solidFill>
                            <a:srgbClr val="333333"/>
                          </a:solidFill>
                          <a:latin typeface="Calibri"/>
                        </a:rPr>
                        <a:t>no_change</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0.0375</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0.0338</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+0.0036</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17</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0.1748</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No (ns)</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r>
            </a:tbl>
          </a:graphicData>
        </a:graphic>
      </p:graphicFrame>
      <p:sp>
        <p:nvSpPr>
          <p:cNvPr id="211" name="Text 5"/>
          <p:cNvSpPr/>
          <p:nvPr/>
        </p:nvSpPr>
        <p:spPr>
          <a:xfrm>
            <a:off x="274320" y="2668320"/>
            <a:ext cx="8593200" cy="272160"/>
          </a:xfrm>
          <a:prstGeom prst="rect">
            <a:avLst/>
          </a:prstGeom>
          <a:noFill/>
          <a:ln w="0">
            <a:noFill/>
          </a:ln>
        </p:spPr>
        <p:style>
          <a:lnRef idx="0"/>
          <a:fillRef idx="0"/>
          <a:effectRef idx="0"/>
          <a:fontRef idx="minor"/>
        </p:style>
        <p:txBody>
          <a:bodyPr lIns="90000" rIns="90000" tIns="45000" bIns="45000" anchor="ctr">
            <a:noAutofit/>
          </a:bodyPr>
          <a:p>
            <a:pPr>
              <a:lnSpc>
                <a:spcPct val="100000"/>
              </a:lnSpc>
              <a:buNone/>
              <a:tabLst>
                <a:tab algn="l" pos="0"/>
              </a:tabLst>
            </a:pPr>
            <a:r>
              <a:rPr b="1" lang="fr-FR" sz="1100" spc="-1" strike="noStrike">
                <a:solidFill>
                  <a:srgbClr val="1e3a5f"/>
                </a:solidFill>
                <a:latin typeface="Calibri"/>
                <a:ea typeface="DejaVu Sans"/>
              </a:rPr>
              <a:t>Interpretation</a:t>
            </a:r>
            <a:endParaRPr b="0" lang="fr-FR" sz="1100" spc="-1" strike="noStrike">
              <a:latin typeface="Arial"/>
            </a:endParaRPr>
          </a:p>
        </p:txBody>
      </p:sp>
      <p:sp>
        <p:nvSpPr>
          <p:cNvPr id="212" name="Text 6"/>
          <p:cNvSpPr/>
          <p:nvPr/>
        </p:nvSpPr>
        <p:spPr>
          <a:xfrm>
            <a:off x="274320" y="2880360"/>
            <a:ext cx="8593200" cy="1323720"/>
          </a:xfrm>
          <a:prstGeom prst="rect">
            <a:avLst/>
          </a:prstGeom>
          <a:noFill/>
          <a:ln w="0">
            <a:noFill/>
          </a:ln>
        </p:spPr>
        <p:style>
          <a:lnRef idx="0"/>
          <a:fillRef idx="0"/>
          <a:effectRef idx="0"/>
          <a:fontRef idx="minor"/>
        </p:style>
        <p:txBody>
          <a:bodyPr lIns="90000" rIns="90000" tIns="45000" bIns="45000" anchor="ctr">
            <a:noAutofit/>
          </a:bodyPr>
          <a:p>
            <a:pPr>
              <a:lnSpc>
                <a:spcPct val="100000"/>
              </a:lnSpc>
              <a:buNone/>
              <a:tabLst>
                <a:tab algn="l" pos="0"/>
              </a:tabLst>
            </a:pPr>
            <a:r>
              <a:rPr b="0" lang="fr-FR" sz="1000" spc="-1" strike="noStrike">
                <a:solidFill>
                  <a:srgbClr val="333333"/>
                </a:solidFill>
                <a:latin typeface="Calibri"/>
                <a:ea typeface="DejaVu Sans"/>
              </a:rPr>
              <a:t>All social influence ABMs perform significantly worse than OLS regression (p&lt;0.001 for all, Wilcoxon paired test). The no-change model is not significantly different from OLS (p=0.175) — suggesting that predicting 'no change' is approximately as good as a regression model. This is a critical negative result for H3 and H5 — the ABMs do not improve upon simple regression. Possible explanations: (1) attitudes are too stable (R²=0.926) for social influence to add signal, (2) model needs better calibration, (3) dynamics may differ per debate type.</a:t>
            </a:r>
            <a:endParaRPr b="0" lang="fr-FR" sz="1000" spc="-1" strike="noStrike">
              <a:latin typeface="Arial"/>
            </a:endParaRP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13" name="Shape 0"/>
          <p:cNvSpPr/>
          <p:nvPr/>
        </p:nvSpPr>
        <p:spPr>
          <a:xfrm>
            <a:off x="0" y="0"/>
            <a:ext cx="9141840" cy="363600"/>
          </a:xfrm>
          <a:prstGeom prst="rect">
            <a:avLst/>
          </a:prstGeom>
          <a:solidFill>
            <a:srgbClr val="1e3a5f"/>
          </a:solidFill>
          <a:ln w="12700">
            <a:solidFill>
              <a:srgbClr val="1e3a5f"/>
            </a:solidFill>
            <a:round/>
          </a:ln>
        </p:spPr>
        <p:style>
          <a:lnRef idx="0"/>
          <a:fillRef idx="0"/>
          <a:effectRef idx="0"/>
          <a:fontRef idx="minor"/>
        </p:style>
      </p:sp>
      <p:sp>
        <p:nvSpPr>
          <p:cNvPr id="214" name="Text 1"/>
          <p:cNvSpPr/>
          <p:nvPr/>
        </p:nvSpPr>
        <p:spPr>
          <a:xfrm>
            <a:off x="182880" y="0"/>
            <a:ext cx="8776080" cy="363600"/>
          </a:xfrm>
          <a:prstGeom prst="rect">
            <a:avLst/>
          </a:prstGeom>
          <a:noFill/>
          <a:ln w="0">
            <a:noFill/>
          </a:ln>
        </p:spPr>
        <p:style>
          <a:lnRef idx="0"/>
          <a:fillRef idx="0"/>
          <a:effectRef idx="0"/>
          <a:fontRef idx="minor"/>
        </p:style>
        <p:txBody>
          <a:bodyPr lIns="0" rIns="0" tIns="0" bIns="0" anchor="ctr">
            <a:noAutofit/>
          </a:bodyPr>
          <a:p>
            <a:pPr>
              <a:lnSpc>
                <a:spcPct val="100000"/>
              </a:lnSpc>
              <a:buNone/>
              <a:tabLst>
                <a:tab algn="l" pos="0"/>
              </a:tabLst>
            </a:pPr>
            <a:r>
              <a:rPr b="1" lang="fr-FR" sz="1000" spc="-1" strike="noStrike">
                <a:solidFill>
                  <a:srgbClr val="ffffff"/>
                </a:solidFill>
                <a:latin typeface="Calibri"/>
                <a:ea typeface="DejaVu Sans"/>
              </a:rPr>
              <a:t>AGENT LEVEL — OLS REGRESSION (MERGED WITH EMPIRICAL DATA)</a:t>
            </a:r>
            <a:endParaRPr b="0" lang="fr-FR" sz="1000" spc="-1" strike="noStrike">
              <a:latin typeface="Arial"/>
            </a:endParaRPr>
          </a:p>
        </p:txBody>
      </p:sp>
      <p:sp>
        <p:nvSpPr>
          <p:cNvPr id="215" name="Text 2"/>
          <p:cNvSpPr/>
          <p:nvPr/>
        </p:nvSpPr>
        <p:spPr>
          <a:xfrm>
            <a:off x="274320" y="457200"/>
            <a:ext cx="8593200" cy="546480"/>
          </a:xfrm>
          <a:prstGeom prst="rect">
            <a:avLst/>
          </a:prstGeom>
          <a:noFill/>
          <a:ln w="0">
            <a:noFill/>
          </a:ln>
        </p:spPr>
        <p:style>
          <a:lnRef idx="0"/>
          <a:fillRef idx="0"/>
          <a:effectRef idx="0"/>
          <a:fontRef idx="minor"/>
        </p:style>
        <p:txBody>
          <a:bodyPr lIns="90000" rIns="90000" tIns="45000" bIns="45000" anchor="ctr">
            <a:noAutofit/>
          </a:bodyPr>
          <a:p>
            <a:pPr>
              <a:lnSpc>
                <a:spcPct val="100000"/>
              </a:lnSpc>
              <a:buNone/>
              <a:tabLst>
                <a:tab algn="l" pos="0"/>
              </a:tabLst>
            </a:pPr>
            <a:r>
              <a:rPr b="1" lang="fr-FR" sz="2000" spc="-1" strike="noStrike">
                <a:solidFill>
                  <a:srgbClr val="1e3a5f"/>
                </a:solidFill>
                <a:latin typeface="Calibri"/>
                <a:ea typeface="DejaVu Sans"/>
              </a:rPr>
              <a:t>H2 — Social Norms &amp; Self-Control → Opinion Change</a:t>
            </a:r>
            <a:endParaRPr b="0" lang="fr-FR" sz="2000" spc="-1" strike="noStrike">
              <a:latin typeface="Arial"/>
            </a:endParaRPr>
          </a:p>
        </p:txBody>
      </p:sp>
      <p:sp>
        <p:nvSpPr>
          <p:cNvPr id="216" name="Shape 3"/>
          <p:cNvSpPr/>
          <p:nvPr/>
        </p:nvSpPr>
        <p:spPr>
          <a:xfrm>
            <a:off x="274320" y="1023840"/>
            <a:ext cx="8595360" cy="360"/>
          </a:xfrm>
          <a:prstGeom prst="line">
            <a:avLst/>
          </a:prstGeom>
          <a:ln w="12700">
            <a:solidFill>
              <a:srgbClr val="1e3a5f"/>
            </a:solidFill>
            <a:round/>
          </a:ln>
        </p:spPr>
        <p:style>
          <a:lnRef idx="0"/>
          <a:fillRef idx="0"/>
          <a:effectRef idx="0"/>
          <a:fontRef idx="minor"/>
        </p:style>
      </p:sp>
      <p:sp>
        <p:nvSpPr>
          <p:cNvPr id="217" name="Text 4"/>
          <p:cNvSpPr/>
          <p:nvPr/>
        </p:nvSpPr>
        <p:spPr>
          <a:xfrm>
            <a:off x="274320" y="1143000"/>
            <a:ext cx="8593200" cy="272160"/>
          </a:xfrm>
          <a:prstGeom prst="rect">
            <a:avLst/>
          </a:prstGeom>
          <a:noFill/>
          <a:ln w="0">
            <a:noFill/>
          </a:ln>
        </p:spPr>
        <p:style>
          <a:lnRef idx="0"/>
          <a:fillRef idx="0"/>
          <a:effectRef idx="0"/>
          <a:fontRef idx="minor"/>
        </p:style>
        <p:txBody>
          <a:bodyPr lIns="90000" rIns="90000" tIns="45000" bIns="45000" anchor="ctr">
            <a:noAutofit/>
          </a:bodyPr>
          <a:p>
            <a:pPr>
              <a:lnSpc>
                <a:spcPct val="100000"/>
              </a:lnSpc>
              <a:buNone/>
              <a:tabLst>
                <a:tab algn="l" pos="0"/>
              </a:tabLst>
            </a:pPr>
            <a:r>
              <a:rPr b="0" i="1" lang="fr-FR" sz="1000" spc="-1" strike="noStrike">
                <a:solidFill>
                  <a:srgbClr val="666666"/>
                </a:solidFill>
                <a:latin typeface="Calibri"/>
                <a:ea typeface="DejaVu Sans"/>
              </a:rPr>
              <a:t>lm(abs(opinion_change) ~ perceived_norms + self_control, data = df_merged)</a:t>
            </a:r>
            <a:endParaRPr b="0" lang="fr-FR" sz="1000" spc="-1" strike="noStrike">
              <a:latin typeface="Arial"/>
            </a:endParaRPr>
          </a:p>
        </p:txBody>
      </p:sp>
      <p:graphicFrame>
        <p:nvGraphicFramePr>
          <p:cNvPr id="218" name="Table 0"/>
          <p:cNvGraphicFramePr/>
          <p:nvPr/>
        </p:nvGraphicFramePr>
        <p:xfrm>
          <a:off x="274320" y="1463040"/>
          <a:ext cx="6857640" cy="0"/>
        </p:xfrm>
        <a:graphic>
          <a:graphicData uri="http://schemas.openxmlformats.org/drawingml/2006/table">
            <a:tbl>
              <a:tblPr/>
              <a:tblGrid>
                <a:gridCol w="1645920"/>
                <a:gridCol w="1097280"/>
                <a:gridCol w="1005840"/>
                <a:gridCol w="1005840"/>
                <a:gridCol w="2103120"/>
              </a:tblGrid>
              <a:tr h="0">
                <a:tc>
                  <a:txBody>
                    <a:bodyPr anchor="t">
                      <a:noAutofit/>
                    </a:bodyPr>
                    <a:p>
                      <a:pPr algn="ctr">
                        <a:lnSpc>
                          <a:spcPct val="100000"/>
                        </a:lnSpc>
                        <a:buNone/>
                        <a:tabLst>
                          <a:tab algn="l" pos="0"/>
                        </a:tabLst>
                      </a:pPr>
                      <a:r>
                        <a:rPr b="1" lang="fr-FR" sz="900" spc="-1" strike="noStrike">
                          <a:solidFill>
                            <a:srgbClr val="ffffff"/>
                          </a:solidFill>
                          <a:latin typeface="Calibri"/>
                        </a:rPr>
                        <a:t>Term</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1e3a5f"/>
                    </a:solidFill>
                  </a:tcPr>
                </a:tc>
                <a:tc>
                  <a:txBody>
                    <a:bodyPr anchor="t">
                      <a:noAutofit/>
                    </a:bodyPr>
                    <a:p>
                      <a:pPr algn="ctr">
                        <a:lnSpc>
                          <a:spcPct val="100000"/>
                        </a:lnSpc>
                        <a:buNone/>
                        <a:tabLst>
                          <a:tab algn="l" pos="0"/>
                        </a:tabLst>
                      </a:pPr>
                      <a:r>
                        <a:rPr b="1" lang="en-US" sz="900" spc="-1" strike="noStrike">
                          <a:solidFill>
                            <a:srgbClr val="ffffff"/>
                          </a:solidFill>
                          <a:latin typeface="Calibri"/>
                        </a:rPr>
                        <a:t>Coefficient</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1e3a5f"/>
                    </a:solidFill>
                  </a:tcPr>
                </a:tc>
                <a:tc>
                  <a:txBody>
                    <a:bodyPr anchor="t">
                      <a:noAutofit/>
                    </a:bodyPr>
                    <a:p>
                      <a:pPr algn="ctr">
                        <a:lnSpc>
                          <a:spcPct val="100000"/>
                        </a:lnSpc>
                        <a:buNone/>
                        <a:tabLst>
                          <a:tab algn="l" pos="0"/>
                        </a:tabLst>
                      </a:pPr>
                      <a:r>
                        <a:rPr b="1" lang="en-US" sz="900" spc="-1" strike="noStrike">
                          <a:solidFill>
                            <a:srgbClr val="ffffff"/>
                          </a:solidFill>
                          <a:latin typeface="Calibri"/>
                        </a:rPr>
                        <a:t>Individual r</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1e3a5f"/>
                    </a:solidFill>
                  </a:tcPr>
                </a:tc>
                <a:tc>
                  <a:txBody>
                    <a:bodyPr anchor="t">
                      <a:noAutofit/>
                    </a:bodyPr>
                    <a:p>
                      <a:pPr algn="ctr">
                        <a:lnSpc>
                          <a:spcPct val="100000"/>
                        </a:lnSpc>
                        <a:buNone/>
                        <a:tabLst>
                          <a:tab algn="l" pos="0"/>
                        </a:tabLst>
                      </a:pPr>
                      <a:r>
                        <a:rPr b="1" lang="en-US" sz="900" spc="-1" strike="noStrike">
                          <a:solidFill>
                            <a:srgbClr val="ffffff"/>
                          </a:solidFill>
                          <a:latin typeface="Calibri"/>
                        </a:rPr>
                        <a:t>Individual r²</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1e3a5f"/>
                    </a:solidFill>
                  </a:tcPr>
                </a:tc>
                <a:tc>
                  <a:txBody>
                    <a:bodyPr anchor="t">
                      <a:noAutofit/>
                    </a:bodyPr>
                    <a:p>
                      <a:pPr algn="ctr">
                        <a:lnSpc>
                          <a:spcPct val="100000"/>
                        </a:lnSpc>
                        <a:buNone/>
                        <a:tabLst>
                          <a:tab algn="l" pos="0"/>
                        </a:tabLst>
                      </a:pPr>
                      <a:r>
                        <a:rPr b="1" lang="en-US" sz="900" spc="-1" strike="noStrike">
                          <a:solidFill>
                            <a:srgbClr val="ffffff"/>
                          </a:solidFill>
                          <a:latin typeface="Calibri"/>
                        </a:rPr>
                        <a:t>p-value</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1e3a5f"/>
                    </a:solidFill>
                  </a:tcPr>
                </a:tc>
              </a:tr>
              <a:tr h="0">
                <a:tc>
                  <a:txBody>
                    <a:bodyPr anchor="t">
                      <a:noAutofit/>
                    </a:bodyPr>
                    <a:p>
                      <a:pPr algn="ctr">
                        <a:lnSpc>
                          <a:spcPct val="100000"/>
                        </a:lnSpc>
                        <a:buNone/>
                        <a:tabLst>
                          <a:tab algn="l" pos="0"/>
                        </a:tabLst>
                      </a:pPr>
                      <a:r>
                        <a:rPr b="0" lang="en-US" sz="900" spc="-1" strike="noStrike">
                          <a:solidFill>
                            <a:srgbClr val="333333"/>
                          </a:solidFill>
                          <a:latin typeface="Calibri"/>
                        </a:rPr>
                        <a:t>Intercept</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0.1477</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r>
              <a:tr h="0">
                <a:tc>
                  <a:txBody>
                    <a:bodyPr anchor="t">
                      <a:noAutofit/>
                    </a:bodyPr>
                    <a:p>
                      <a:pPr algn="ctr">
                        <a:lnSpc>
                          <a:spcPct val="100000"/>
                        </a:lnSpc>
                        <a:buNone/>
                        <a:tabLst>
                          <a:tab algn="l" pos="0"/>
                        </a:tabLst>
                      </a:pPr>
                      <a:r>
                        <a:rPr b="0" lang="en-US" sz="900" spc="-1" strike="noStrike">
                          <a:solidFill>
                            <a:srgbClr val="333333"/>
                          </a:solidFill>
                          <a:latin typeface="Calibri"/>
                        </a:rPr>
                        <a:t>perceived_norms</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-0.0027</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-0.0557</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0.0031</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5.87e-08 ***</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r>
              <a:tr h="0">
                <a:tc>
                  <a:txBody>
                    <a:bodyPr anchor="t">
                      <a:noAutofit/>
                    </a:bodyPr>
                    <a:p>
                      <a:pPr algn="ctr">
                        <a:lnSpc>
                          <a:spcPct val="100000"/>
                        </a:lnSpc>
                        <a:buNone/>
                        <a:tabLst>
                          <a:tab algn="l" pos="0"/>
                        </a:tabLst>
                      </a:pPr>
                      <a:r>
                        <a:rPr b="0" lang="en-US" sz="900" spc="-1" strike="noStrike">
                          <a:solidFill>
                            <a:srgbClr val="333333"/>
                          </a:solidFill>
                          <a:latin typeface="Calibri"/>
                        </a:rPr>
                        <a:t>self_control</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0.0001</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~0.000</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0.0000</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0.791 (ns)</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r>
            </a:tbl>
          </a:graphicData>
        </a:graphic>
      </p:graphicFrame>
      <p:sp>
        <p:nvSpPr>
          <p:cNvPr id="219" name="Shape 5"/>
          <p:cNvSpPr/>
          <p:nvPr/>
        </p:nvSpPr>
        <p:spPr>
          <a:xfrm>
            <a:off x="7315200" y="1463040"/>
            <a:ext cx="1552320" cy="1003680"/>
          </a:xfrm>
          <a:prstGeom prst="rect">
            <a:avLst/>
          </a:prstGeom>
          <a:solidFill>
            <a:srgbClr val="f5f5f5"/>
          </a:solidFill>
          <a:ln w="12700">
            <a:solidFill>
              <a:srgbClr val="cccccc"/>
            </a:solidFill>
            <a:round/>
          </a:ln>
        </p:spPr>
        <p:style>
          <a:lnRef idx="0"/>
          <a:fillRef idx="0"/>
          <a:effectRef idx="0"/>
          <a:fontRef idx="minor"/>
        </p:style>
      </p:sp>
      <p:sp>
        <p:nvSpPr>
          <p:cNvPr id="220" name="Text 6"/>
          <p:cNvSpPr/>
          <p:nvPr/>
        </p:nvSpPr>
        <p:spPr>
          <a:xfrm>
            <a:off x="7360920" y="1554480"/>
            <a:ext cx="1460880" cy="729360"/>
          </a:xfrm>
          <a:prstGeom prst="rect">
            <a:avLst/>
          </a:prstGeom>
          <a:noFill/>
          <a:ln w="0">
            <a:noFill/>
          </a:ln>
        </p:spPr>
        <p:style>
          <a:lnRef idx="0"/>
          <a:fillRef idx="0"/>
          <a:effectRef idx="0"/>
          <a:fontRef idx="minor"/>
        </p:style>
        <p:txBody>
          <a:bodyPr lIns="90000" rIns="90000" tIns="45000" bIns="45000" anchor="ctr">
            <a:noAutofit/>
          </a:bodyPr>
          <a:p>
            <a:pPr algn="ctr">
              <a:lnSpc>
                <a:spcPct val="100000"/>
              </a:lnSpc>
              <a:buNone/>
              <a:tabLst>
                <a:tab algn="l" pos="0"/>
              </a:tabLst>
            </a:pPr>
            <a:r>
              <a:rPr b="1" lang="fr-FR" sz="1100" spc="-1" strike="noStrike">
                <a:solidFill>
                  <a:srgbClr val="1e3a5f"/>
                </a:solidFill>
                <a:latin typeface="Calibri"/>
                <a:ea typeface="DejaVu Sans"/>
              </a:rPr>
              <a:t>Multiple R²</a:t>
            </a:r>
            <a:endParaRPr b="0" lang="fr-FR" sz="1100" spc="-1" strike="noStrike">
              <a:latin typeface="Arial"/>
            </a:endParaRPr>
          </a:p>
          <a:p>
            <a:pPr algn="ctr">
              <a:lnSpc>
                <a:spcPct val="100000"/>
              </a:lnSpc>
              <a:buNone/>
              <a:tabLst>
                <a:tab algn="l" pos="0"/>
              </a:tabLst>
            </a:pPr>
            <a:r>
              <a:rPr b="1" lang="fr-FR" sz="1100" spc="-1" strike="noStrike">
                <a:solidFill>
                  <a:srgbClr val="1e3a5f"/>
                </a:solidFill>
                <a:latin typeface="Calibri"/>
                <a:ea typeface="DejaVu Sans"/>
              </a:rPr>
              <a:t>0.0031</a:t>
            </a:r>
            <a:endParaRPr b="0" lang="fr-FR" sz="1100" spc="-1" strike="noStrike">
              <a:latin typeface="Arial"/>
            </a:endParaRPr>
          </a:p>
        </p:txBody>
      </p:sp>
      <p:sp>
        <p:nvSpPr>
          <p:cNvPr id="221" name="Text 7"/>
          <p:cNvSpPr/>
          <p:nvPr/>
        </p:nvSpPr>
        <p:spPr>
          <a:xfrm>
            <a:off x="274320" y="2514600"/>
            <a:ext cx="8593200" cy="317880"/>
          </a:xfrm>
          <a:prstGeom prst="rect">
            <a:avLst/>
          </a:prstGeom>
          <a:noFill/>
          <a:ln w="0">
            <a:noFill/>
          </a:ln>
        </p:spPr>
        <p:style>
          <a:lnRef idx="0"/>
          <a:fillRef idx="0"/>
          <a:effectRef idx="0"/>
          <a:fontRef idx="minor"/>
        </p:style>
        <p:txBody>
          <a:bodyPr lIns="90000" rIns="90000" tIns="45000" bIns="45000" anchor="ctr">
            <a:noAutofit/>
          </a:bodyPr>
          <a:p>
            <a:pPr>
              <a:lnSpc>
                <a:spcPct val="100000"/>
              </a:lnSpc>
              <a:buNone/>
              <a:tabLst>
                <a:tab algn="l" pos="0"/>
              </a:tabLst>
            </a:pPr>
            <a:r>
              <a:rPr b="0" i="1" lang="fr-FR" sz="900" spc="-1" strike="noStrike">
                <a:solidFill>
                  <a:srgbClr val="666666"/>
                </a:solidFill>
                <a:latin typeface="Calibri"/>
                <a:ea typeface="DejaVu Sans"/>
              </a:rPr>
              <a:t>Note: Merged rows = 9,555. df_merged = merge(df_ag, df_orig, by='agent_id') including perceived_norms and self_control from empirical data.</a:t>
            </a:r>
            <a:endParaRPr b="0" lang="fr-FR" sz="900" spc="-1" strike="noStrike">
              <a:latin typeface="Arial"/>
            </a:endParaRPr>
          </a:p>
        </p:txBody>
      </p:sp>
      <p:sp>
        <p:nvSpPr>
          <p:cNvPr id="222" name="Text 8"/>
          <p:cNvSpPr/>
          <p:nvPr/>
        </p:nvSpPr>
        <p:spPr>
          <a:xfrm>
            <a:off x="274320" y="2880360"/>
            <a:ext cx="8593200" cy="272160"/>
          </a:xfrm>
          <a:prstGeom prst="rect">
            <a:avLst/>
          </a:prstGeom>
          <a:noFill/>
          <a:ln w="0">
            <a:noFill/>
          </a:ln>
        </p:spPr>
        <p:style>
          <a:lnRef idx="0"/>
          <a:fillRef idx="0"/>
          <a:effectRef idx="0"/>
          <a:fontRef idx="minor"/>
        </p:style>
        <p:txBody>
          <a:bodyPr lIns="90000" rIns="90000" tIns="45000" bIns="45000" anchor="ctr">
            <a:noAutofit/>
          </a:bodyPr>
          <a:p>
            <a:pPr>
              <a:lnSpc>
                <a:spcPct val="100000"/>
              </a:lnSpc>
              <a:buNone/>
              <a:tabLst>
                <a:tab algn="l" pos="0"/>
              </a:tabLst>
            </a:pPr>
            <a:r>
              <a:rPr b="1" lang="fr-FR" sz="1100" spc="-1" strike="noStrike">
                <a:solidFill>
                  <a:srgbClr val="1e3a5f"/>
                </a:solidFill>
                <a:latin typeface="Calibri"/>
                <a:ea typeface="DejaVu Sans"/>
              </a:rPr>
              <a:t>Interpretation</a:t>
            </a:r>
            <a:endParaRPr b="0" lang="fr-FR" sz="1100" spc="-1" strike="noStrike">
              <a:latin typeface="Arial"/>
            </a:endParaRPr>
          </a:p>
        </p:txBody>
      </p:sp>
      <p:sp>
        <p:nvSpPr>
          <p:cNvPr id="223" name="Text 9"/>
          <p:cNvSpPr/>
          <p:nvPr/>
        </p:nvSpPr>
        <p:spPr>
          <a:xfrm>
            <a:off x="274320" y="3200400"/>
            <a:ext cx="8593200" cy="1415160"/>
          </a:xfrm>
          <a:prstGeom prst="rect">
            <a:avLst/>
          </a:prstGeom>
          <a:noFill/>
          <a:ln w="0">
            <a:noFill/>
          </a:ln>
        </p:spPr>
        <p:style>
          <a:lnRef idx="0"/>
          <a:fillRef idx="0"/>
          <a:effectRef idx="0"/>
          <a:fontRef idx="minor"/>
        </p:style>
        <p:txBody>
          <a:bodyPr lIns="90000" rIns="90000" tIns="45000" bIns="45000" anchor="ctr">
            <a:noAutofit/>
          </a:bodyPr>
          <a:p>
            <a:pPr>
              <a:lnSpc>
                <a:spcPct val="100000"/>
              </a:lnSpc>
              <a:buNone/>
              <a:tabLst>
                <a:tab algn="l" pos="0"/>
              </a:tabLst>
            </a:pPr>
            <a:r>
              <a:rPr b="0" lang="fr-FR" sz="1000" spc="-1" strike="noStrike">
                <a:solidFill>
                  <a:srgbClr val="333333"/>
                </a:solidFill>
                <a:latin typeface="Calibri"/>
                <a:ea typeface="DejaVu Sans"/>
              </a:rPr>
              <a:t>Perceived norms is a significant but very weak predictor of opinion change (r²=0.003, p&lt;0.001) — its direction is negative (higher norms → slightly less simulated change), which is unexpected for H2. Self-control is non-significant (p=0.791). The multiple R² of 0.003 means norms and self-control together explain less than 0.3% of variance in simulated opinion change. This provides very weak support for H2 — the moderation analysis with initial_opinion as moderator (full model) showed R²=0.10 suggesting the interaction terms are doing most of the work.</a:t>
            </a:r>
            <a:endParaRPr b="0" lang="fr-FR" sz="1000" spc="-1" strike="noStrike">
              <a:latin typeface="Arial"/>
            </a:endParaRPr>
          </a:p>
        </p:txBody>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24" name="Shape 0"/>
          <p:cNvSpPr/>
          <p:nvPr/>
        </p:nvSpPr>
        <p:spPr>
          <a:xfrm>
            <a:off x="0" y="0"/>
            <a:ext cx="9141840" cy="363600"/>
          </a:xfrm>
          <a:prstGeom prst="rect">
            <a:avLst/>
          </a:prstGeom>
          <a:solidFill>
            <a:srgbClr val="1e3a5f"/>
          </a:solidFill>
          <a:ln w="12700">
            <a:solidFill>
              <a:srgbClr val="1e3a5f"/>
            </a:solidFill>
            <a:round/>
          </a:ln>
        </p:spPr>
        <p:style>
          <a:lnRef idx="0"/>
          <a:fillRef idx="0"/>
          <a:effectRef idx="0"/>
          <a:fontRef idx="minor"/>
        </p:style>
      </p:sp>
      <p:sp>
        <p:nvSpPr>
          <p:cNvPr id="225" name="Text 1"/>
          <p:cNvSpPr/>
          <p:nvPr/>
        </p:nvSpPr>
        <p:spPr>
          <a:xfrm>
            <a:off x="182880" y="0"/>
            <a:ext cx="8776080" cy="363600"/>
          </a:xfrm>
          <a:prstGeom prst="rect">
            <a:avLst/>
          </a:prstGeom>
          <a:noFill/>
          <a:ln w="0">
            <a:noFill/>
          </a:ln>
        </p:spPr>
        <p:style>
          <a:lnRef idx="0"/>
          <a:fillRef idx="0"/>
          <a:effectRef idx="0"/>
          <a:fontRef idx="minor"/>
        </p:style>
        <p:txBody>
          <a:bodyPr lIns="0" rIns="0" tIns="0" bIns="0" anchor="ctr">
            <a:noAutofit/>
          </a:bodyPr>
          <a:p>
            <a:pPr>
              <a:lnSpc>
                <a:spcPct val="100000"/>
              </a:lnSpc>
              <a:buNone/>
              <a:tabLst>
                <a:tab algn="l" pos="0"/>
              </a:tabLst>
            </a:pPr>
            <a:r>
              <a:rPr b="1" lang="fr-FR" sz="1000" spc="-1" strike="noStrike">
                <a:solidFill>
                  <a:srgbClr val="ffffff"/>
                </a:solidFill>
                <a:latin typeface="Calibri"/>
                <a:ea typeface="DejaVu Sans"/>
              </a:rPr>
              <a:t>AGENT LEVEL — PRO/ANTI COMPARISON</a:t>
            </a:r>
            <a:endParaRPr b="0" lang="fr-FR" sz="1000" spc="-1" strike="noStrike">
              <a:latin typeface="Arial"/>
            </a:endParaRPr>
          </a:p>
        </p:txBody>
      </p:sp>
      <p:sp>
        <p:nvSpPr>
          <p:cNvPr id="226" name="Text 2"/>
          <p:cNvSpPr/>
          <p:nvPr/>
        </p:nvSpPr>
        <p:spPr>
          <a:xfrm>
            <a:off x="274320" y="457200"/>
            <a:ext cx="8593200" cy="546480"/>
          </a:xfrm>
          <a:prstGeom prst="rect">
            <a:avLst/>
          </a:prstGeom>
          <a:noFill/>
          <a:ln w="0">
            <a:noFill/>
          </a:ln>
        </p:spPr>
        <p:style>
          <a:lnRef idx="0"/>
          <a:fillRef idx="0"/>
          <a:effectRef idx="0"/>
          <a:fontRef idx="minor"/>
        </p:style>
        <p:txBody>
          <a:bodyPr lIns="90000" rIns="90000" tIns="45000" bIns="45000" anchor="ctr">
            <a:noAutofit/>
          </a:bodyPr>
          <a:p>
            <a:pPr>
              <a:lnSpc>
                <a:spcPct val="100000"/>
              </a:lnSpc>
              <a:buNone/>
              <a:tabLst>
                <a:tab algn="l" pos="0"/>
              </a:tabLst>
            </a:pPr>
            <a:r>
              <a:rPr b="1" lang="fr-FR" sz="2000" spc="-1" strike="noStrike">
                <a:solidFill>
                  <a:srgbClr val="1e3a5f"/>
                </a:solidFill>
                <a:latin typeface="Calibri"/>
                <a:ea typeface="DejaVu Sans"/>
              </a:rPr>
              <a:t>Pro vs Anti Agents: Simulated vs Empirical Change</a:t>
            </a:r>
            <a:endParaRPr b="0" lang="fr-FR" sz="2000" spc="-1" strike="noStrike">
              <a:latin typeface="Arial"/>
            </a:endParaRPr>
          </a:p>
        </p:txBody>
      </p:sp>
      <p:sp>
        <p:nvSpPr>
          <p:cNvPr id="227" name="Shape 3"/>
          <p:cNvSpPr/>
          <p:nvPr/>
        </p:nvSpPr>
        <p:spPr>
          <a:xfrm>
            <a:off x="274320" y="1023840"/>
            <a:ext cx="8595360" cy="360"/>
          </a:xfrm>
          <a:prstGeom prst="line">
            <a:avLst/>
          </a:prstGeom>
          <a:ln w="12700">
            <a:solidFill>
              <a:srgbClr val="1e3a5f"/>
            </a:solidFill>
            <a:round/>
          </a:ln>
        </p:spPr>
        <p:style>
          <a:lnRef idx="0"/>
          <a:fillRef idx="0"/>
          <a:effectRef idx="0"/>
          <a:fontRef idx="minor"/>
        </p:style>
      </p:sp>
      <p:sp>
        <p:nvSpPr>
          <p:cNvPr id="228" name="Text 4"/>
          <p:cNvSpPr/>
          <p:nvPr/>
        </p:nvSpPr>
        <p:spPr>
          <a:xfrm>
            <a:off x="274320" y="1143000"/>
            <a:ext cx="4112640" cy="272160"/>
          </a:xfrm>
          <a:prstGeom prst="rect">
            <a:avLst/>
          </a:prstGeom>
          <a:noFill/>
          <a:ln w="0">
            <a:noFill/>
          </a:ln>
        </p:spPr>
        <p:style>
          <a:lnRef idx="0"/>
          <a:fillRef idx="0"/>
          <a:effectRef idx="0"/>
          <a:fontRef idx="minor"/>
        </p:style>
        <p:txBody>
          <a:bodyPr lIns="90000" rIns="90000" tIns="45000" bIns="45000" anchor="ctr">
            <a:noAutofit/>
          </a:bodyPr>
          <a:p>
            <a:pPr>
              <a:lnSpc>
                <a:spcPct val="100000"/>
              </a:lnSpc>
              <a:buNone/>
              <a:tabLst>
                <a:tab algn="l" pos="0"/>
              </a:tabLst>
            </a:pPr>
            <a:r>
              <a:rPr b="1" lang="fr-FR" sz="1100" spc="-1" strike="noStrike">
                <a:solidFill>
                  <a:srgbClr val="1a7a4a"/>
                </a:solidFill>
                <a:latin typeface="Calibri"/>
                <a:ea typeface="DejaVu Sans"/>
              </a:rPr>
              <a:t>Pro agents (pro_reduction=1)</a:t>
            </a:r>
            <a:endParaRPr b="0" lang="fr-FR" sz="1100" spc="-1" strike="noStrike">
              <a:latin typeface="Arial"/>
            </a:endParaRPr>
          </a:p>
        </p:txBody>
      </p:sp>
      <p:graphicFrame>
        <p:nvGraphicFramePr>
          <p:cNvPr id="229" name="Table 0"/>
          <p:cNvGraphicFramePr/>
          <p:nvPr/>
        </p:nvGraphicFramePr>
        <p:xfrm>
          <a:off x="274320" y="1463040"/>
          <a:ext cx="4114440" cy="0"/>
        </p:xfrm>
        <a:graphic>
          <a:graphicData uri="http://schemas.openxmlformats.org/drawingml/2006/table">
            <a:tbl>
              <a:tblPr/>
              <a:tblGrid>
                <a:gridCol w="1463040"/>
                <a:gridCol w="1371600"/>
                <a:gridCol w="1280160"/>
              </a:tblGrid>
              <a:tr h="0">
                <a:tc>
                  <a:txBody>
                    <a:bodyPr anchor="t">
                      <a:noAutofit/>
                    </a:bodyPr>
                    <a:p>
                      <a:pPr algn="ctr">
                        <a:lnSpc>
                          <a:spcPct val="100000"/>
                        </a:lnSpc>
                        <a:buNone/>
                        <a:tabLst>
                          <a:tab algn="l" pos="0"/>
                        </a:tabLst>
                      </a:pPr>
                      <a:r>
                        <a:rPr b="1" lang="fr-FR" sz="900" spc="-1" strike="noStrike">
                          <a:solidFill>
                            <a:srgbClr val="ffffff"/>
                          </a:solidFill>
                          <a:latin typeface="Calibri"/>
                        </a:rPr>
                        <a:t>Model</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1e3a5f"/>
                    </a:solidFill>
                  </a:tcPr>
                </a:tc>
                <a:tc>
                  <a:txBody>
                    <a:bodyPr anchor="t">
                      <a:noAutofit/>
                    </a:bodyPr>
                    <a:p>
                      <a:pPr algn="ctr">
                        <a:lnSpc>
                          <a:spcPct val="100000"/>
                        </a:lnSpc>
                        <a:buNone/>
                        <a:tabLst>
                          <a:tab algn="l" pos="0"/>
                        </a:tabLst>
                      </a:pPr>
                      <a:r>
                        <a:rPr b="1" lang="en-US" sz="900" spc="-1" strike="noStrike">
                          <a:solidFill>
                            <a:srgbClr val="ffffff"/>
                          </a:solidFill>
                          <a:latin typeface="Calibri"/>
                        </a:rPr>
                        <a:t>Simulated |change|</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1e3a5f"/>
                    </a:solidFill>
                  </a:tcPr>
                </a:tc>
                <a:tc>
                  <a:txBody>
                    <a:bodyPr anchor="t">
                      <a:noAutofit/>
                    </a:bodyPr>
                    <a:p>
                      <a:pPr algn="ctr">
                        <a:lnSpc>
                          <a:spcPct val="100000"/>
                        </a:lnSpc>
                        <a:buNone/>
                        <a:tabLst>
                          <a:tab algn="l" pos="0"/>
                        </a:tabLst>
                      </a:pPr>
                      <a:r>
                        <a:rPr b="1" lang="en-US" sz="900" spc="-1" strike="noStrike">
                          <a:solidFill>
                            <a:srgbClr val="ffffff"/>
                          </a:solidFill>
                          <a:latin typeface="Calibri"/>
                        </a:rPr>
                        <a:t>Empirical |change|</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1e3a5f"/>
                    </a:solidFill>
                  </a:tcPr>
                </a:tc>
              </a:tr>
              <a:tr h="0">
                <a:tc>
                  <a:txBody>
                    <a:bodyPr anchor="t">
                      <a:noAutofit/>
                    </a:bodyPr>
                    <a:p>
                      <a:pPr algn="ctr">
                        <a:lnSpc>
                          <a:spcPct val="100000"/>
                        </a:lnSpc>
                        <a:buNone/>
                        <a:tabLst>
                          <a:tab algn="l" pos="0"/>
                        </a:tabLst>
                      </a:pPr>
                      <a:r>
                        <a:rPr b="0" lang="en-US" sz="900" spc="-1" strike="noStrike">
                          <a:solidFill>
                            <a:srgbClr val="333333"/>
                          </a:solidFill>
                          <a:latin typeface="Calibri"/>
                        </a:rPr>
                        <a:t>bipolarization</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0.1734</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0.0389</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r>
              <a:tr h="0">
                <a:tc>
                  <a:txBody>
                    <a:bodyPr anchor="t">
                      <a:noAutofit/>
                    </a:bodyPr>
                    <a:p>
                      <a:pPr algn="ctr">
                        <a:lnSpc>
                          <a:spcPct val="100000"/>
                        </a:lnSpc>
                        <a:buNone/>
                        <a:tabLst>
                          <a:tab algn="l" pos="0"/>
                        </a:tabLst>
                      </a:pPr>
                      <a:r>
                        <a:rPr b="0" lang="en-US" sz="900" spc="-1" strike="noStrike">
                          <a:solidFill>
                            <a:srgbClr val="333333"/>
                          </a:solidFill>
                          <a:latin typeface="Calibri"/>
                        </a:rPr>
                        <a:t>clustering</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0.1183</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0.0395</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r>
              <a:tr h="0">
                <a:tc>
                  <a:txBody>
                    <a:bodyPr anchor="t">
                      <a:noAutofit/>
                    </a:bodyPr>
                    <a:p>
                      <a:pPr algn="ctr">
                        <a:lnSpc>
                          <a:spcPct val="100000"/>
                        </a:lnSpc>
                        <a:buNone/>
                        <a:tabLst>
                          <a:tab algn="l" pos="0"/>
                        </a:tabLst>
                      </a:pPr>
                      <a:r>
                        <a:rPr b="0" lang="en-US" sz="900" spc="-1" strike="noStrike">
                          <a:solidFill>
                            <a:srgbClr val="333333"/>
                          </a:solidFill>
                          <a:latin typeface="Calibri"/>
                        </a:rPr>
                        <a:t>consensus</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0.1638</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0.0339</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r>
              <a:tr h="0">
                <a:tc>
                  <a:txBody>
                    <a:bodyPr anchor="t">
                      <a:noAutofit/>
                    </a:bodyPr>
                    <a:p>
                      <a:pPr algn="ctr">
                        <a:lnSpc>
                          <a:spcPct val="100000"/>
                        </a:lnSpc>
                        <a:buNone/>
                        <a:tabLst>
                          <a:tab algn="l" pos="0"/>
                        </a:tabLst>
                      </a:pPr>
                      <a:r>
                        <a:rPr b="0" lang="en-US" sz="900" spc="-1" strike="noStrike">
                          <a:solidFill>
                            <a:srgbClr val="333333"/>
                          </a:solidFill>
                          <a:latin typeface="Calibri"/>
                        </a:rPr>
                        <a:t>no_change</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0.0000</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0.0301</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r>
            </a:tbl>
          </a:graphicData>
        </a:graphic>
      </p:graphicFrame>
      <p:sp>
        <p:nvSpPr>
          <p:cNvPr id="230" name="Text 5"/>
          <p:cNvSpPr/>
          <p:nvPr/>
        </p:nvSpPr>
        <p:spPr>
          <a:xfrm>
            <a:off x="4754880" y="1143000"/>
            <a:ext cx="4112640" cy="272160"/>
          </a:xfrm>
          <a:prstGeom prst="rect">
            <a:avLst/>
          </a:prstGeom>
          <a:noFill/>
          <a:ln w="0">
            <a:noFill/>
          </a:ln>
        </p:spPr>
        <p:style>
          <a:lnRef idx="0"/>
          <a:fillRef idx="0"/>
          <a:effectRef idx="0"/>
          <a:fontRef idx="minor"/>
        </p:style>
        <p:txBody>
          <a:bodyPr lIns="90000" rIns="90000" tIns="45000" bIns="45000" anchor="ctr">
            <a:noAutofit/>
          </a:bodyPr>
          <a:p>
            <a:pPr>
              <a:lnSpc>
                <a:spcPct val="100000"/>
              </a:lnSpc>
              <a:buNone/>
              <a:tabLst>
                <a:tab algn="l" pos="0"/>
              </a:tabLst>
            </a:pPr>
            <a:r>
              <a:rPr b="1" lang="fr-FR" sz="1100" spc="-1" strike="noStrike">
                <a:solidFill>
                  <a:srgbClr val="c0392b"/>
                </a:solidFill>
                <a:latin typeface="Calibri"/>
                <a:ea typeface="DejaVu Sans"/>
              </a:rPr>
              <a:t>Anti agents (pro_reduction=0)</a:t>
            </a:r>
            <a:endParaRPr b="0" lang="fr-FR" sz="1100" spc="-1" strike="noStrike">
              <a:latin typeface="Arial"/>
            </a:endParaRPr>
          </a:p>
        </p:txBody>
      </p:sp>
      <p:graphicFrame>
        <p:nvGraphicFramePr>
          <p:cNvPr id="231" name="Table 1"/>
          <p:cNvGraphicFramePr/>
          <p:nvPr/>
        </p:nvGraphicFramePr>
        <p:xfrm>
          <a:off x="4754880" y="1463040"/>
          <a:ext cx="4114440" cy="0"/>
        </p:xfrm>
        <a:graphic>
          <a:graphicData uri="http://schemas.openxmlformats.org/drawingml/2006/table">
            <a:tbl>
              <a:tblPr/>
              <a:tblGrid>
                <a:gridCol w="1463040"/>
                <a:gridCol w="1371600"/>
                <a:gridCol w="1280160"/>
              </a:tblGrid>
              <a:tr h="0">
                <a:tc>
                  <a:txBody>
                    <a:bodyPr anchor="t">
                      <a:noAutofit/>
                    </a:bodyPr>
                    <a:p>
                      <a:pPr algn="ctr">
                        <a:lnSpc>
                          <a:spcPct val="100000"/>
                        </a:lnSpc>
                        <a:buNone/>
                        <a:tabLst>
                          <a:tab algn="l" pos="0"/>
                        </a:tabLst>
                      </a:pPr>
                      <a:r>
                        <a:rPr b="1" lang="fr-FR" sz="900" spc="-1" strike="noStrike">
                          <a:solidFill>
                            <a:srgbClr val="ffffff"/>
                          </a:solidFill>
                          <a:latin typeface="Calibri"/>
                        </a:rPr>
                        <a:t>Model</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1e3a5f"/>
                    </a:solidFill>
                  </a:tcPr>
                </a:tc>
                <a:tc>
                  <a:txBody>
                    <a:bodyPr anchor="t">
                      <a:noAutofit/>
                    </a:bodyPr>
                    <a:p>
                      <a:pPr algn="ctr">
                        <a:lnSpc>
                          <a:spcPct val="100000"/>
                        </a:lnSpc>
                        <a:buNone/>
                        <a:tabLst>
                          <a:tab algn="l" pos="0"/>
                        </a:tabLst>
                      </a:pPr>
                      <a:r>
                        <a:rPr b="1" lang="en-US" sz="900" spc="-1" strike="noStrike">
                          <a:solidFill>
                            <a:srgbClr val="ffffff"/>
                          </a:solidFill>
                          <a:latin typeface="Calibri"/>
                        </a:rPr>
                        <a:t>Simulated |change|</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1e3a5f"/>
                    </a:solidFill>
                  </a:tcPr>
                </a:tc>
                <a:tc>
                  <a:txBody>
                    <a:bodyPr anchor="t">
                      <a:noAutofit/>
                    </a:bodyPr>
                    <a:p>
                      <a:pPr algn="ctr">
                        <a:lnSpc>
                          <a:spcPct val="100000"/>
                        </a:lnSpc>
                        <a:buNone/>
                        <a:tabLst>
                          <a:tab algn="l" pos="0"/>
                        </a:tabLst>
                      </a:pPr>
                      <a:r>
                        <a:rPr b="1" lang="en-US" sz="900" spc="-1" strike="noStrike">
                          <a:solidFill>
                            <a:srgbClr val="ffffff"/>
                          </a:solidFill>
                          <a:latin typeface="Calibri"/>
                        </a:rPr>
                        <a:t>Empirical |change|</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1e3a5f"/>
                    </a:solidFill>
                  </a:tcPr>
                </a:tc>
              </a:tr>
              <a:tr h="0">
                <a:tc>
                  <a:txBody>
                    <a:bodyPr anchor="t">
                      <a:noAutofit/>
                    </a:bodyPr>
                    <a:p>
                      <a:pPr algn="ctr">
                        <a:lnSpc>
                          <a:spcPct val="100000"/>
                        </a:lnSpc>
                        <a:buNone/>
                        <a:tabLst>
                          <a:tab algn="l" pos="0"/>
                        </a:tabLst>
                      </a:pPr>
                      <a:r>
                        <a:rPr b="0" lang="en-US" sz="900" spc="-1" strike="noStrike">
                          <a:solidFill>
                            <a:srgbClr val="333333"/>
                          </a:solidFill>
                          <a:latin typeface="Calibri"/>
                        </a:rPr>
                        <a:t>bipolarization</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0.1378</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0.0454</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r>
              <a:tr h="0">
                <a:tc>
                  <a:txBody>
                    <a:bodyPr anchor="t">
                      <a:noAutofit/>
                    </a:bodyPr>
                    <a:p>
                      <a:pPr algn="ctr">
                        <a:lnSpc>
                          <a:spcPct val="100000"/>
                        </a:lnSpc>
                        <a:buNone/>
                        <a:tabLst>
                          <a:tab algn="l" pos="0"/>
                        </a:tabLst>
                      </a:pPr>
                      <a:r>
                        <a:rPr b="0" lang="en-US" sz="900" spc="-1" strike="noStrike">
                          <a:solidFill>
                            <a:srgbClr val="333333"/>
                          </a:solidFill>
                          <a:latin typeface="Calibri"/>
                        </a:rPr>
                        <a:t>clustering</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0.0854</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0.0430</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r>
              <a:tr h="0">
                <a:tc>
                  <a:txBody>
                    <a:bodyPr anchor="t">
                      <a:noAutofit/>
                    </a:bodyPr>
                    <a:p>
                      <a:pPr algn="ctr">
                        <a:lnSpc>
                          <a:spcPct val="100000"/>
                        </a:lnSpc>
                        <a:buNone/>
                        <a:tabLst>
                          <a:tab algn="l" pos="0"/>
                        </a:tabLst>
                      </a:pPr>
                      <a:r>
                        <a:rPr b="0" lang="en-US" sz="900" spc="-1" strike="noStrike">
                          <a:solidFill>
                            <a:srgbClr val="333333"/>
                          </a:solidFill>
                          <a:latin typeface="Calibri"/>
                        </a:rPr>
                        <a:t>consensus</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0.1045</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0.0436</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r>
              <a:tr h="0">
                <a:tc>
                  <a:txBody>
                    <a:bodyPr anchor="t">
                      <a:noAutofit/>
                    </a:bodyPr>
                    <a:p>
                      <a:pPr algn="ctr">
                        <a:lnSpc>
                          <a:spcPct val="100000"/>
                        </a:lnSpc>
                        <a:buNone/>
                        <a:tabLst>
                          <a:tab algn="l" pos="0"/>
                        </a:tabLst>
                      </a:pPr>
                      <a:r>
                        <a:rPr b="0" lang="en-US" sz="900" spc="-1" strike="noStrike">
                          <a:solidFill>
                            <a:srgbClr val="333333"/>
                          </a:solidFill>
                          <a:latin typeface="Calibri"/>
                        </a:rPr>
                        <a:t>no_change</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0.0000</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c>
                  <a:txBody>
                    <a:bodyPr anchor="t">
                      <a:noAutofit/>
                    </a:bodyPr>
                    <a:p>
                      <a:pPr algn="ctr">
                        <a:lnSpc>
                          <a:spcPct val="100000"/>
                        </a:lnSpc>
                        <a:buNone/>
                        <a:tabLst>
                          <a:tab algn="l" pos="0"/>
                        </a:tabLst>
                      </a:pPr>
                      <a:r>
                        <a:rPr b="0" lang="en-US" sz="900" spc="-1" strike="noStrike">
                          <a:solidFill>
                            <a:srgbClr val="333333"/>
                          </a:solidFill>
                          <a:latin typeface="Calibri"/>
                        </a:rPr>
                        <a:t>0.0432</a:t>
                      </a:r>
                      <a:endParaRPr b="0" lang="fr-FR" sz="900" spc="-1" strike="noStrike">
                        <a:latin typeface="Arial"/>
                      </a:endParaRPr>
                    </a:p>
                  </a:txBody>
                  <a:tcPr anchor="t" marL="91440" marR="91440">
                    <a:lnL w="6480">
                      <a:solidFill>
                        <a:srgbClr val="cccccc"/>
                      </a:solidFill>
                    </a:lnL>
                    <a:lnR w="6480">
                      <a:solidFill>
                        <a:srgbClr val="cccccc"/>
                      </a:solidFill>
                    </a:lnR>
                    <a:lnT w="6480">
                      <a:solidFill>
                        <a:srgbClr val="cccccc"/>
                      </a:solidFill>
                    </a:lnT>
                    <a:lnB w="6480">
                      <a:solidFill>
                        <a:srgbClr val="cccccc"/>
                      </a:solidFill>
                    </a:lnB>
                    <a:solidFill>
                      <a:srgbClr val="f5f5f5"/>
                    </a:solidFill>
                  </a:tcPr>
                </a:tc>
              </a:tr>
            </a:tbl>
          </a:graphicData>
        </a:graphic>
      </p:graphicFrame>
      <p:sp>
        <p:nvSpPr>
          <p:cNvPr id="232" name="Text 6"/>
          <p:cNvSpPr/>
          <p:nvPr/>
        </p:nvSpPr>
        <p:spPr>
          <a:xfrm>
            <a:off x="274320" y="2743200"/>
            <a:ext cx="8593200" cy="272160"/>
          </a:xfrm>
          <a:prstGeom prst="rect">
            <a:avLst/>
          </a:prstGeom>
          <a:noFill/>
          <a:ln w="0">
            <a:noFill/>
          </a:ln>
        </p:spPr>
        <p:style>
          <a:lnRef idx="0"/>
          <a:fillRef idx="0"/>
          <a:effectRef idx="0"/>
          <a:fontRef idx="minor"/>
        </p:style>
        <p:txBody>
          <a:bodyPr lIns="90000" rIns="90000" tIns="45000" bIns="45000" anchor="ctr">
            <a:noAutofit/>
          </a:bodyPr>
          <a:p>
            <a:pPr>
              <a:lnSpc>
                <a:spcPct val="100000"/>
              </a:lnSpc>
              <a:buNone/>
              <a:tabLst>
                <a:tab algn="l" pos="0"/>
              </a:tabLst>
            </a:pPr>
            <a:r>
              <a:rPr b="1" lang="fr-FR" sz="1100" spc="-1" strike="noStrike">
                <a:solidFill>
                  <a:srgbClr val="1e3a5f"/>
                </a:solidFill>
                <a:latin typeface="Calibri"/>
                <a:ea typeface="DejaVu Sans"/>
              </a:rPr>
              <a:t>Interpretation</a:t>
            </a:r>
            <a:endParaRPr b="0" lang="fr-FR" sz="1100" spc="-1" strike="noStrike">
              <a:latin typeface="Arial"/>
            </a:endParaRPr>
          </a:p>
        </p:txBody>
      </p:sp>
      <p:sp>
        <p:nvSpPr>
          <p:cNvPr id="233" name="Text 7"/>
          <p:cNvSpPr/>
          <p:nvPr/>
        </p:nvSpPr>
        <p:spPr>
          <a:xfrm>
            <a:off x="274320" y="3063240"/>
            <a:ext cx="8593200" cy="1232280"/>
          </a:xfrm>
          <a:prstGeom prst="rect">
            <a:avLst/>
          </a:prstGeom>
          <a:noFill/>
          <a:ln w="0">
            <a:noFill/>
          </a:ln>
        </p:spPr>
        <p:style>
          <a:lnRef idx="0"/>
          <a:fillRef idx="0"/>
          <a:effectRef idx="0"/>
          <a:fontRef idx="minor"/>
        </p:style>
        <p:txBody>
          <a:bodyPr lIns="90000" rIns="90000" tIns="45000" bIns="45000" anchor="ctr">
            <a:noAutofit/>
          </a:bodyPr>
          <a:p>
            <a:pPr>
              <a:lnSpc>
                <a:spcPct val="100000"/>
              </a:lnSpc>
              <a:buNone/>
              <a:tabLst>
                <a:tab algn="l" pos="0"/>
              </a:tabLst>
            </a:pPr>
            <a:r>
              <a:rPr b="0" lang="fr-FR" sz="1000" spc="-1" strike="noStrike">
                <a:solidFill>
                  <a:srgbClr val="333333"/>
                </a:solidFill>
                <a:latin typeface="Calibri"/>
                <a:ea typeface="DejaVu Sans"/>
              </a:rPr>
              <a:t>All social influence models massively overestimate opinion change compared to empirical data. Pro agents: simulated change is 4-5x the empirical change (e.g. consensus: 0.164 simulated vs 0.034 empirical). Anti agents: smaller overestimation but still 2-3x. No-change correctly predicts zero simulated change. This confirms that real deliberation produces much smaller attitude shifts than the models generate — the key challenge for calibration is dampening the dynamics.</a:t>
            </a:r>
            <a:endParaRPr b="0" lang="fr-FR" sz="1000" spc="-1" strike="noStrike">
              <a:latin typeface="Arial"/>
            </a:endParaRPr>
          </a:p>
        </p:txBody>
      </p:sp>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34" name="Shape 0"/>
          <p:cNvSpPr/>
          <p:nvPr/>
        </p:nvSpPr>
        <p:spPr>
          <a:xfrm>
            <a:off x="0" y="0"/>
            <a:ext cx="9141840" cy="363600"/>
          </a:xfrm>
          <a:prstGeom prst="rect">
            <a:avLst/>
          </a:prstGeom>
          <a:solidFill>
            <a:srgbClr val="1e3a5f"/>
          </a:solidFill>
          <a:ln w="12700">
            <a:solidFill>
              <a:srgbClr val="1e3a5f"/>
            </a:solidFill>
            <a:round/>
          </a:ln>
        </p:spPr>
        <p:style>
          <a:lnRef idx="0"/>
          <a:fillRef idx="0"/>
          <a:effectRef idx="0"/>
          <a:fontRef idx="minor"/>
        </p:style>
      </p:sp>
      <p:sp>
        <p:nvSpPr>
          <p:cNvPr id="235" name="Text 1"/>
          <p:cNvSpPr/>
          <p:nvPr/>
        </p:nvSpPr>
        <p:spPr>
          <a:xfrm>
            <a:off x="182880" y="0"/>
            <a:ext cx="8776080" cy="363600"/>
          </a:xfrm>
          <a:prstGeom prst="rect">
            <a:avLst/>
          </a:prstGeom>
          <a:noFill/>
          <a:ln w="0">
            <a:noFill/>
          </a:ln>
        </p:spPr>
        <p:style>
          <a:lnRef idx="0"/>
          <a:fillRef idx="0"/>
          <a:effectRef idx="0"/>
          <a:fontRef idx="minor"/>
        </p:style>
        <p:txBody>
          <a:bodyPr lIns="0" rIns="0" tIns="0" bIns="0" anchor="ctr">
            <a:noAutofit/>
          </a:bodyPr>
          <a:p>
            <a:pPr>
              <a:lnSpc>
                <a:spcPct val="100000"/>
              </a:lnSpc>
              <a:buNone/>
              <a:tabLst>
                <a:tab algn="l" pos="0"/>
              </a:tabLst>
            </a:pPr>
            <a:r>
              <a:rPr b="1" lang="fr-FR" sz="1000" spc="-1" strike="noStrike">
                <a:solidFill>
                  <a:srgbClr val="ffffff"/>
                </a:solidFill>
                <a:latin typeface="Calibri"/>
                <a:ea typeface="DejaVu Sans"/>
              </a:rPr>
              <a:t>AGENT LEVEL — OPINION POSITION ANALYSIS</a:t>
            </a:r>
            <a:endParaRPr b="0" lang="fr-FR" sz="1000" spc="-1" strike="noStrike">
              <a:latin typeface="Arial"/>
            </a:endParaRPr>
          </a:p>
        </p:txBody>
      </p:sp>
      <p:sp>
        <p:nvSpPr>
          <p:cNvPr id="236" name="Text 2"/>
          <p:cNvSpPr/>
          <p:nvPr/>
        </p:nvSpPr>
        <p:spPr>
          <a:xfrm>
            <a:off x="274320" y="457200"/>
            <a:ext cx="8593200" cy="546480"/>
          </a:xfrm>
          <a:prstGeom prst="rect">
            <a:avLst/>
          </a:prstGeom>
          <a:noFill/>
          <a:ln w="0">
            <a:noFill/>
          </a:ln>
        </p:spPr>
        <p:style>
          <a:lnRef idx="0"/>
          <a:fillRef idx="0"/>
          <a:effectRef idx="0"/>
          <a:fontRef idx="minor"/>
        </p:style>
        <p:txBody>
          <a:bodyPr lIns="90000" rIns="90000" tIns="45000" bIns="45000" anchor="ctr">
            <a:noAutofit/>
          </a:bodyPr>
          <a:p>
            <a:pPr>
              <a:lnSpc>
                <a:spcPct val="100000"/>
              </a:lnSpc>
              <a:buNone/>
              <a:tabLst>
                <a:tab algn="l" pos="0"/>
              </a:tabLst>
            </a:pPr>
            <a:r>
              <a:rPr b="1" lang="fr-FR" sz="2000" spc="-1" strike="noStrike">
                <a:solidFill>
                  <a:srgbClr val="1e3a5f"/>
                </a:solidFill>
                <a:latin typeface="Calibri"/>
                <a:ea typeface="DejaVu Sans"/>
              </a:rPr>
              <a:t>Prediction Error by Initial Opinion Position</a:t>
            </a:r>
            <a:endParaRPr b="0" lang="fr-FR" sz="2000" spc="-1" strike="noStrike">
              <a:latin typeface="Arial"/>
            </a:endParaRPr>
          </a:p>
        </p:txBody>
      </p:sp>
      <p:sp>
        <p:nvSpPr>
          <p:cNvPr id="237" name="Shape 3"/>
          <p:cNvSpPr/>
          <p:nvPr/>
        </p:nvSpPr>
        <p:spPr>
          <a:xfrm>
            <a:off x="274320" y="1023840"/>
            <a:ext cx="8595360" cy="360"/>
          </a:xfrm>
          <a:prstGeom prst="line">
            <a:avLst/>
          </a:prstGeom>
          <a:ln w="12700">
            <a:solidFill>
              <a:srgbClr val="1e3a5f"/>
            </a:solidFill>
            <a:round/>
          </a:ln>
        </p:spPr>
        <p:style>
          <a:lnRef idx="0"/>
          <a:fillRef idx="0"/>
          <a:effectRef idx="0"/>
          <a:fontRef idx="minor"/>
        </p:style>
      </p:sp>
      <p:sp>
        <p:nvSpPr>
          <p:cNvPr id="238" name="Text 4"/>
          <p:cNvSpPr/>
          <p:nvPr/>
        </p:nvSpPr>
        <p:spPr>
          <a:xfrm>
            <a:off x="274320" y="1143000"/>
            <a:ext cx="8593200" cy="272160"/>
          </a:xfrm>
          <a:prstGeom prst="rect">
            <a:avLst/>
          </a:prstGeom>
          <a:noFill/>
          <a:ln w="0">
            <a:noFill/>
          </a:ln>
        </p:spPr>
        <p:style>
          <a:lnRef idx="0"/>
          <a:fillRef idx="0"/>
          <a:effectRef idx="0"/>
          <a:fontRef idx="minor"/>
        </p:style>
        <p:txBody>
          <a:bodyPr lIns="90000" rIns="90000" tIns="45000" bIns="45000" anchor="ctr">
            <a:noAutofit/>
          </a:bodyPr>
          <a:p>
            <a:pPr>
              <a:lnSpc>
                <a:spcPct val="100000"/>
              </a:lnSpc>
              <a:buNone/>
              <a:tabLst>
                <a:tab algn="l" pos="0"/>
              </a:tabLst>
            </a:pPr>
            <a:r>
              <a:rPr b="0" i="1" lang="fr-FR" sz="1000" spc="-1" strike="noStrike">
                <a:solidFill>
                  <a:srgbClr val="666666"/>
                </a:solidFill>
                <a:latin typeface="Calibri"/>
                <a:ea typeface="DejaVu Sans"/>
              </a:rPr>
              <a:t>cut(initial_opinion, breaks=c(0,0.33,0.67,1), labels=c('Anti','Moderate','Pro'))</a:t>
            </a:r>
            <a:endParaRPr b="0" lang="fr-FR" sz="1000" spc="-1" strike="noStrike">
              <a:latin typeface="Arial"/>
            </a:endParaRPr>
          </a:p>
        </p:txBody>
      </p:sp>
      <p:graphicFrame>
        <p:nvGraphicFramePr>
          <p:cNvPr id="239" name="Chart 0"/>
          <p:cNvGraphicFramePr/>
          <p:nvPr/>
        </p:nvGraphicFramePr>
        <p:xfrm>
          <a:off x="274320" y="1463040"/>
          <a:ext cx="8593200" cy="2466720"/>
        </p:xfrm>
        <a:graphic>
          <a:graphicData uri="http://schemas.openxmlformats.org/drawingml/2006/chart">
            <c:chart xmlns:c="http://schemas.openxmlformats.org/drawingml/2006/chart" xmlns:r="http://schemas.openxmlformats.org/officeDocument/2006/relationships" r:id="rId1"/>
          </a:graphicData>
        </a:graphic>
      </p:graphicFrame>
      <p:sp>
        <p:nvSpPr>
          <p:cNvPr id="240" name="Text 5"/>
          <p:cNvSpPr/>
          <p:nvPr/>
        </p:nvSpPr>
        <p:spPr>
          <a:xfrm>
            <a:off x="274320" y="4041720"/>
            <a:ext cx="8593200" cy="820800"/>
          </a:xfrm>
          <a:prstGeom prst="rect">
            <a:avLst/>
          </a:prstGeom>
          <a:noFill/>
          <a:ln w="0">
            <a:noFill/>
          </a:ln>
        </p:spPr>
        <p:style>
          <a:lnRef idx="0"/>
          <a:fillRef idx="0"/>
          <a:effectRef idx="0"/>
          <a:fontRef idx="minor"/>
        </p:style>
        <p:txBody>
          <a:bodyPr lIns="90000" rIns="90000" tIns="45000" bIns="45000" anchor="ctr">
            <a:noAutofit/>
          </a:bodyPr>
          <a:p>
            <a:pPr>
              <a:lnSpc>
                <a:spcPct val="100000"/>
              </a:lnSpc>
              <a:buNone/>
              <a:tabLst>
                <a:tab algn="l" pos="0"/>
              </a:tabLst>
            </a:pPr>
            <a:r>
              <a:rPr b="0" lang="fr-FR" sz="1000" spc="-1" strike="noStrike">
                <a:solidFill>
                  <a:srgbClr val="333333"/>
                </a:solidFill>
                <a:latin typeface="Calibri"/>
                <a:ea typeface="DejaVu Sans"/>
              </a:rPr>
              <a:t>Interpretation: Moderate agents have the lowest prediction error across all models. Pro agents are hardest to predict for consensus (MAE=0.218) and clustering (0.155). Anti agents are hardest for bipolarization (MAE=0.212). This mirrors prior findings: moderately opinionated agents are more predictable.</a:t>
            </a:r>
            <a:endParaRPr b="0" lang="fr-FR" sz="1000" spc="-1" strike="noStrike">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Properties xmlns="http://schemas.openxmlformats.org/officeDocument/2006/extended-properties" xmlns:vt="http://schemas.openxmlformats.org/officeDocument/2006/docPropsVTypes">
  <Template/>
  <TotalTime>33</TotalTime>
  <Application>LibreOffice/7.3.7.2$Linux_X86_64 LibreOffice_project/30$Build-2</Application>
  <AppVersion>15.0000</AppVersion>
  <Words>0</Words>
  <Paragraphs>0</Paragraphs>
  <Company>PptxGenJS</Company>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2026-03-19T12:59:51Z</dcterms:created>
  <dc:creator>PptxGenJS</dc:creator>
  <dc:description/>
  <dc:language>en-US</dc:language>
  <cp:lastModifiedBy/>
  <dcterms:modified xsi:type="dcterms:W3CDTF">2026-04-06T21:22:29Z</dcterms:modified>
  <cp:revision>10</cp:revision>
  <dc:subject>PptxGenJS Presentation</dc:subject>
  <dc:title>ABM Results – Based on R Script Output</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otes">
    <vt:i4>14</vt:i4>
  </property>
  <property fmtid="{D5CDD505-2E9C-101B-9397-08002B2CF9AE}" pid="3" name="PresentationFormat">
    <vt:lpwstr>On-screen Show (16:9)</vt:lpwstr>
  </property>
  <property fmtid="{D5CDD505-2E9C-101B-9397-08002B2CF9AE}" pid="4" name="Slides">
    <vt:i4>14</vt:i4>
  </property>
</Properties>
</file>